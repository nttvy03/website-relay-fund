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C76A1CB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8" r:id="rId4"/>
    <p:sldId id="259" r:id="rId5"/>
    <p:sldId id="261" r:id="rId6"/>
    <p:sldId id="263" r:id="rId7"/>
    <p:sldId id="264"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14629CE-A0B3-1A91-F66F-576CA146A938}" name="Trang Pham" initials="TP" userId="e5930491ec93bba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4" d="100"/>
          <a:sy n="84" d="100"/>
        </p:scale>
        <p:origin x="628"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8/10/relationships/authors" Target="authors.xml"/></Relationships>
</file>

<file path=ppt/comments/modernComment_101_C76A1CBD.xml><?xml version="1.0" encoding="utf-8"?>
<p188:cmLst xmlns:a="http://schemas.openxmlformats.org/drawingml/2006/main" xmlns:r="http://schemas.openxmlformats.org/officeDocument/2006/relationships" xmlns:p188="http://schemas.microsoft.com/office/powerpoint/2018/8/main">
  <p188:cm id="{FB58A2CB-6D9C-40C2-A334-EEEADDBBA1B3}" authorId="{414629CE-A0B3-1A91-F66F-576CA146A938}" created="2026-07-20T21:04:51.142">
    <ac:deMkLst xmlns:ac="http://schemas.microsoft.com/office/drawing/2013/main/command">
      <pc:docMk xmlns:pc="http://schemas.microsoft.com/office/powerpoint/2013/main/command"/>
      <pc:sldMk xmlns:pc="http://schemas.microsoft.com/office/powerpoint/2013/main/command" cId="3345620157" sldId="257"/>
      <ac:spMk id="26" creationId="{0228664A-C087-6AF3-155C-A36DA24A593D}"/>
    </ac:deMkLst>
    <p188:txBody>
      <a:bodyPr/>
      <a:lstStyle/>
      <a:p>
        <a:r>
          <a:rPr lang="en-US"/>
          <a:t>Linked với about us</a:t>
        </a:r>
      </a:p>
    </p188:txBody>
  </p188:cm>
  <p188:cm id="{7CA7B398-F8CA-4A56-B1AE-7F1CA1CD5ED3}" authorId="{414629CE-A0B3-1A91-F66F-576CA146A938}" created="2026-07-20T21:05:20.024">
    <ac:deMkLst xmlns:ac="http://schemas.microsoft.com/office/drawing/2013/main/command">
      <pc:docMk xmlns:pc="http://schemas.microsoft.com/office/powerpoint/2013/main/command"/>
      <pc:sldMk xmlns:pc="http://schemas.microsoft.com/office/powerpoint/2013/main/command" cId="3345620157" sldId="257"/>
      <ac:spMk id="22" creationId="{5C62F509-0D0F-F1BB-4E55-F17AEA1ABD04}"/>
    </ac:deMkLst>
    <p188:txBody>
      <a:bodyPr/>
      <a:lstStyle/>
      <a:p>
        <a:r>
          <a:rPr lang="en-US"/>
          <a:t>Linked với Chương trình HB Sen Hồng</a:t>
        </a:r>
      </a:p>
    </p188:txBody>
  </p188:cm>
  <p188:cm id="{2376DFB4-8FF2-4732-B617-45E15B4AB082}" authorId="{414629CE-A0B3-1A91-F66F-576CA146A938}" created="2026-07-20T21:05:53.299">
    <ac:deMkLst xmlns:ac="http://schemas.microsoft.com/office/drawing/2013/main/command">
      <pc:docMk xmlns:pc="http://schemas.microsoft.com/office/powerpoint/2013/main/command"/>
      <pc:sldMk xmlns:pc="http://schemas.microsoft.com/office/powerpoint/2013/main/command" cId="3345620157" sldId="257"/>
      <ac:spMk id="24" creationId="{6787AD2D-3095-E5DB-5E3F-E0ADB6D84794}"/>
    </ac:deMkLst>
    <p188:txBody>
      <a:bodyPr/>
      <a:lstStyle/>
      <a:p>
        <a:r>
          <a:rPr lang="en-US"/>
          <a:t>Linked với “Liên hệ”</a:t>
        </a:r>
      </a:p>
    </p188:txBody>
  </p188:cm>
  <p188:cm id="{D1898E5E-3B29-45D3-BFBD-D22B66571A3A}" authorId="{414629CE-A0B3-1A91-F66F-576CA146A938}" created="2026-07-20T21:26:02.255">
    <ac:deMkLst xmlns:ac="http://schemas.microsoft.com/office/drawing/2013/main/command">
      <pc:docMk xmlns:pc="http://schemas.microsoft.com/office/powerpoint/2013/main/command"/>
      <pc:sldMk xmlns:pc="http://schemas.microsoft.com/office/powerpoint/2013/main/command" cId="3345620157" sldId="257"/>
      <ac:spMk id="28" creationId="{A22089D6-E769-81E6-26BF-63DC920AC2D3}"/>
    </ac:deMkLst>
    <p188:txBody>
      <a:bodyPr/>
      <a:lstStyle/>
      <a:p>
        <a:r>
          <a:rPr lang="en-US"/>
          <a:t>
3. Tác động: Tụi em nghĩ việc sử dụng số liệu chính thức từ Quỹ sẽ rõ ràng và đáng tin cậy hơn so với trích dẫn từ các bài blog. Nhờ cô và team cân nhắc kiểm tra và cập nhật lại các số liệu hiện tại giúp tụi em ạ. -&gt; mà con số này để trong phần HERO banner. Có cần them phần tác động không hay bỏ luôn? Hoặc bỏ ở phần HERO banner và vẫn giữ phần TÁC ĐỘNG</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5810-A4DC-DED1-5A07-163601F201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D76649-B596-2388-E034-E7F67618F0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CF6686-F781-CEE8-EDF4-26195342AFA9}"/>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5" name="Footer Placeholder 4">
            <a:extLst>
              <a:ext uri="{FF2B5EF4-FFF2-40B4-BE49-F238E27FC236}">
                <a16:creationId xmlns:a16="http://schemas.microsoft.com/office/drawing/2014/main" id="{A71AE043-09A7-A246-460B-38C4A0FB4D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61F9BB-3292-95AD-4266-99E6D7F3AD8B}"/>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4183856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D675-2987-CE89-88B0-6E784EDDB3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9B151D-621F-4F01-C300-9E9A78E86B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9DB3C-771C-C50A-57BC-8A23C79D405E}"/>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5" name="Footer Placeholder 4">
            <a:extLst>
              <a:ext uri="{FF2B5EF4-FFF2-40B4-BE49-F238E27FC236}">
                <a16:creationId xmlns:a16="http://schemas.microsoft.com/office/drawing/2014/main" id="{B16A6FF7-B8A5-A96D-45B1-4D265B0E0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ED52C4-5958-C9F7-FF07-EEAFE74F055E}"/>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1044924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964C7-3E08-2F7D-9072-9211D9721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987236-0CA3-9A44-4156-F11438CA7A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537DB-8511-380C-64B3-335A8EED9F47}"/>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5" name="Footer Placeholder 4">
            <a:extLst>
              <a:ext uri="{FF2B5EF4-FFF2-40B4-BE49-F238E27FC236}">
                <a16:creationId xmlns:a16="http://schemas.microsoft.com/office/drawing/2014/main" id="{4D00430E-FB3B-7601-BC17-94013534F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8357A-27A4-E979-BC79-0FAC98F1E958}"/>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413445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C27A-10AF-DFBA-6FA0-5B1ED339EC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849A07-778C-E9AA-A6E4-4C7736DF6E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D6EE63-DD25-68A6-6E7C-A2BD12DB7B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B57695-56A0-3013-2B6A-C403884974C7}"/>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6" name="Footer Placeholder 5">
            <a:extLst>
              <a:ext uri="{FF2B5EF4-FFF2-40B4-BE49-F238E27FC236}">
                <a16:creationId xmlns:a16="http://schemas.microsoft.com/office/drawing/2014/main" id="{EAB96C8F-38B3-ECE9-75E3-93AC744C83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69263D-7058-1CFE-A2BA-994DB64BC7E8}"/>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1549007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7A0A9-6502-7EDA-B913-1CB30FB282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AD5030-E5BA-7F29-877D-D8BF95545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190BB4-78AE-B5C1-81F3-2B6F3B0DD4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B334C6-6E6F-4E9A-6BF7-B64DEFD87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751F5A-352D-2278-6B22-822DA51B62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97E007-32B5-548D-4450-2E76786510EF}"/>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8" name="Footer Placeholder 7">
            <a:extLst>
              <a:ext uri="{FF2B5EF4-FFF2-40B4-BE49-F238E27FC236}">
                <a16:creationId xmlns:a16="http://schemas.microsoft.com/office/drawing/2014/main" id="{4663D50D-64AC-DF35-7300-57D95D564D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DBA19F-E3AD-A0B8-682E-53EE3BC3F254}"/>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505818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C0C3B-9762-DD09-438D-26FD8FEBB7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F812F1-1DCC-1D0E-F67A-B7F05C312F1D}"/>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4" name="Footer Placeholder 3">
            <a:extLst>
              <a:ext uri="{FF2B5EF4-FFF2-40B4-BE49-F238E27FC236}">
                <a16:creationId xmlns:a16="http://schemas.microsoft.com/office/drawing/2014/main" id="{96B1B11C-1077-633B-C207-5E8A0819AF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E3E911-4BDA-EE38-3C60-E72C853FA912}"/>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108866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ABD4F6-F9F6-B1E0-75F9-1E664546BD7B}"/>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3" name="Footer Placeholder 2">
            <a:extLst>
              <a:ext uri="{FF2B5EF4-FFF2-40B4-BE49-F238E27FC236}">
                <a16:creationId xmlns:a16="http://schemas.microsoft.com/office/drawing/2014/main" id="{1DB83EDE-509F-9BD0-4786-B60D6675F1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006FA-FF73-939F-4AA8-21DB702DE6D6}"/>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1221654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59D02-FD5B-4763-84F3-9264DCBBA7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AB7866-0255-5696-5FE0-81F863187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FC81FA-1C24-A62D-40A7-667B16506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A6D43-9CDE-9EC7-3D42-D9DF6D33DA98}"/>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6" name="Footer Placeholder 5">
            <a:extLst>
              <a:ext uri="{FF2B5EF4-FFF2-40B4-BE49-F238E27FC236}">
                <a16:creationId xmlns:a16="http://schemas.microsoft.com/office/drawing/2014/main" id="{155331DE-BF08-1738-B998-25318A5142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719638-318E-C0DB-A481-528C6DD4F3BF}"/>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2509993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1FD8-3455-87E5-92FF-5B8A28E8AE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4CA5FC-34E4-5AE0-8B6A-5D3DD22A5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A3EFF5-9D3E-B08E-DCDA-A2B9DD2B81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1D0CE3-6936-F17A-A343-325F45E5E9E7}"/>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6" name="Footer Placeholder 5">
            <a:extLst>
              <a:ext uri="{FF2B5EF4-FFF2-40B4-BE49-F238E27FC236}">
                <a16:creationId xmlns:a16="http://schemas.microsoft.com/office/drawing/2014/main" id="{06EDE04E-CC9C-287C-D1F5-F28411501B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449284-FB8E-62CB-AEFD-A1F537708C99}"/>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3621014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98DEC-801A-8DBC-4510-1E3B0DCA7E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039C8E-AEEA-9EA4-FDCA-7F4EE2B666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2C39C2-1A31-8ECF-FDB9-72FABFF11192}"/>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5" name="Footer Placeholder 4">
            <a:extLst>
              <a:ext uri="{FF2B5EF4-FFF2-40B4-BE49-F238E27FC236}">
                <a16:creationId xmlns:a16="http://schemas.microsoft.com/office/drawing/2014/main" id="{386B84D7-0619-5D64-A551-CA45D0579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FD90EE-C760-4614-BA3F-CB5EAD1E3D11}"/>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978270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FF3794-F6C7-830D-C87E-059C3758D1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02D67D-4D21-B954-12E3-CF5242DB4D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155AF-0A0E-13BA-0FD0-6147E49E4AF3}"/>
              </a:ext>
            </a:extLst>
          </p:cNvPr>
          <p:cNvSpPr>
            <a:spLocks noGrp="1"/>
          </p:cNvSpPr>
          <p:nvPr>
            <p:ph type="dt" sz="half" idx="10"/>
          </p:nvPr>
        </p:nvSpPr>
        <p:spPr/>
        <p:txBody>
          <a:bodyPr/>
          <a:lstStyle/>
          <a:p>
            <a:fld id="{1DAC2CDD-3231-47AB-8947-28FE913F26D5}" type="datetimeFigureOut">
              <a:rPr lang="en-US" smtClean="0"/>
              <a:t>7/21/2026</a:t>
            </a:fld>
            <a:endParaRPr lang="en-US"/>
          </a:p>
        </p:txBody>
      </p:sp>
      <p:sp>
        <p:nvSpPr>
          <p:cNvPr id="5" name="Footer Placeholder 4">
            <a:extLst>
              <a:ext uri="{FF2B5EF4-FFF2-40B4-BE49-F238E27FC236}">
                <a16:creationId xmlns:a16="http://schemas.microsoft.com/office/drawing/2014/main" id="{19E1AF25-50C2-D730-34C3-5D3936320A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7E9DA-292D-5F1D-5A74-DE96E40FB524}"/>
              </a:ext>
            </a:extLst>
          </p:cNvPr>
          <p:cNvSpPr>
            <a:spLocks noGrp="1"/>
          </p:cNvSpPr>
          <p:nvPr>
            <p:ph type="sldNum" sz="quarter" idx="12"/>
          </p:nvPr>
        </p:nvSpPr>
        <p:spPr/>
        <p:txBody>
          <a:bodyPr/>
          <a:lstStyle/>
          <a:p>
            <a:fld id="{13A5DB7F-99CF-4FBD-BB23-E24BFC2EE89E}" type="slidenum">
              <a:rPr lang="en-US" smtClean="0"/>
              <a:t>‹#›</a:t>
            </a:fld>
            <a:endParaRPr lang="en-US"/>
          </a:p>
        </p:txBody>
      </p:sp>
    </p:spTree>
    <p:extLst>
      <p:ext uri="{BB962C8B-B14F-4D97-AF65-F5344CB8AC3E}">
        <p14:creationId xmlns:p14="http://schemas.microsoft.com/office/powerpoint/2010/main" val="965714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1195A1-AE4B-3A15-4635-A80E90AEA5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BFD108-713D-0DD6-7CDF-421480B028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49E21B-2727-6F99-8FDA-7C1A4B2ADC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AC2CDD-3231-47AB-8947-28FE913F26D5}" type="datetimeFigureOut">
              <a:rPr lang="en-US" smtClean="0"/>
              <a:t>7/21/2026</a:t>
            </a:fld>
            <a:endParaRPr lang="en-US"/>
          </a:p>
        </p:txBody>
      </p:sp>
      <p:sp>
        <p:nvSpPr>
          <p:cNvPr id="5" name="Footer Placeholder 4">
            <a:extLst>
              <a:ext uri="{FF2B5EF4-FFF2-40B4-BE49-F238E27FC236}">
                <a16:creationId xmlns:a16="http://schemas.microsoft.com/office/drawing/2014/main" id="{2C3E1BBF-8207-4D23-FA11-5E7C5B098C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CC9CD8-631E-D72C-BAC9-BF6C6C3381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A5DB7F-99CF-4FBD-BB23-E24BFC2EE89E}" type="slidenum">
              <a:rPr lang="en-US" smtClean="0"/>
              <a:t>‹#›</a:t>
            </a:fld>
            <a:endParaRPr lang="en-US"/>
          </a:p>
        </p:txBody>
      </p:sp>
    </p:spTree>
    <p:extLst>
      <p:ext uri="{BB962C8B-B14F-4D97-AF65-F5344CB8AC3E}">
        <p14:creationId xmlns:p14="http://schemas.microsoft.com/office/powerpoint/2010/main" val="645021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1_C76A1CBD.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therelayfund@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DD3C84-36AF-28F2-4062-1D79F8602E0A}"/>
              </a:ext>
            </a:extLst>
          </p:cNvPr>
          <p:cNvSpPr>
            <a:spLocks noGrp="1"/>
          </p:cNvSpPr>
          <p:nvPr>
            <p:ph idx="1"/>
          </p:nvPr>
        </p:nvSpPr>
        <p:spPr>
          <a:xfrm>
            <a:off x="731819" y="253726"/>
            <a:ext cx="7296325" cy="295005"/>
          </a:xfrm>
          <a:solidFill>
            <a:schemeClr val="accent5">
              <a:lumMod val="60000"/>
              <a:lumOff val="40000"/>
            </a:schemeClr>
          </a:solidFill>
        </p:spPr>
        <p:txBody>
          <a:bodyPr>
            <a:normAutofit lnSpcReduction="10000"/>
          </a:bodyPr>
          <a:lstStyle/>
          <a:p>
            <a:pPr marL="0" indent="0">
              <a:buNone/>
            </a:pPr>
            <a:r>
              <a:rPr lang="en-US" sz="1500" dirty="0"/>
              <a:t>Homepage/ Hero panner</a:t>
            </a:r>
          </a:p>
        </p:txBody>
      </p:sp>
      <p:grpSp>
        <p:nvGrpSpPr>
          <p:cNvPr id="35" name="Group 34">
            <a:extLst>
              <a:ext uri="{FF2B5EF4-FFF2-40B4-BE49-F238E27FC236}">
                <a16:creationId xmlns:a16="http://schemas.microsoft.com/office/drawing/2014/main" id="{D4A3892F-4524-621E-34B1-B614C8F05916}"/>
              </a:ext>
            </a:extLst>
          </p:cNvPr>
          <p:cNvGrpSpPr/>
          <p:nvPr/>
        </p:nvGrpSpPr>
        <p:grpSpPr>
          <a:xfrm>
            <a:off x="731819" y="745101"/>
            <a:ext cx="6088846" cy="295007"/>
            <a:chOff x="1939299" y="729639"/>
            <a:chExt cx="6088846" cy="295007"/>
          </a:xfrm>
        </p:grpSpPr>
        <p:sp>
          <p:nvSpPr>
            <p:cNvPr id="5" name="Content Placeholder 2">
              <a:extLst>
                <a:ext uri="{FF2B5EF4-FFF2-40B4-BE49-F238E27FC236}">
                  <a16:creationId xmlns:a16="http://schemas.microsoft.com/office/drawing/2014/main" id="{3592932E-82C2-C56F-8415-7A722A7BF605}"/>
                </a:ext>
              </a:extLst>
            </p:cNvPr>
            <p:cNvSpPr txBox="1">
              <a:spLocks/>
            </p:cNvSpPr>
            <p:nvPr/>
          </p:nvSpPr>
          <p:spPr>
            <a:xfrm>
              <a:off x="1939299" y="729641"/>
              <a:ext cx="1159213" cy="295005"/>
            </a:xfrm>
            <a:prstGeom prst="rect">
              <a:avLst/>
            </a:prstGeom>
            <a:solidFill>
              <a:schemeClr val="accent6">
                <a:lumMod val="60000"/>
                <a:lumOff val="40000"/>
              </a:schemeClr>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a:t>GIỚI THIỆU CHUNG/ ABOUT US</a:t>
              </a:r>
            </a:p>
          </p:txBody>
        </p:sp>
        <p:sp>
          <p:nvSpPr>
            <p:cNvPr id="6" name="Content Placeholder 2">
              <a:extLst>
                <a:ext uri="{FF2B5EF4-FFF2-40B4-BE49-F238E27FC236}">
                  <a16:creationId xmlns:a16="http://schemas.microsoft.com/office/drawing/2014/main" id="{C5030724-21B3-6EF6-5E56-65CF98573396}"/>
                </a:ext>
              </a:extLst>
            </p:cNvPr>
            <p:cNvSpPr txBox="1">
              <a:spLocks/>
            </p:cNvSpPr>
            <p:nvPr/>
          </p:nvSpPr>
          <p:spPr>
            <a:xfrm>
              <a:off x="3154535" y="729641"/>
              <a:ext cx="1159213" cy="295005"/>
            </a:xfrm>
            <a:prstGeom prst="rect">
              <a:avLst/>
            </a:prstGeom>
            <a:solidFill>
              <a:srgbClr val="FFFF00"/>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1500" dirty="0"/>
                <a:t>Chương</a:t>
              </a:r>
              <a:r>
                <a:rPr lang="en-US" sz="1500" dirty="0"/>
                <a:t> </a:t>
              </a:r>
              <a:r>
                <a:rPr lang="en-US" sz="1500" dirty="0" err="1"/>
                <a:t>trình</a:t>
              </a:r>
              <a:endParaRPr lang="en-US" sz="1500" dirty="0"/>
            </a:p>
          </p:txBody>
        </p:sp>
        <p:sp>
          <p:nvSpPr>
            <p:cNvPr id="8" name="Content Placeholder 2">
              <a:extLst>
                <a:ext uri="{FF2B5EF4-FFF2-40B4-BE49-F238E27FC236}">
                  <a16:creationId xmlns:a16="http://schemas.microsoft.com/office/drawing/2014/main" id="{6D60BAE1-5564-631C-9C4C-A0381A7C3FE5}"/>
                </a:ext>
              </a:extLst>
            </p:cNvPr>
            <p:cNvSpPr txBox="1">
              <a:spLocks/>
            </p:cNvSpPr>
            <p:nvPr/>
          </p:nvSpPr>
          <p:spPr>
            <a:xfrm>
              <a:off x="4369771" y="729640"/>
              <a:ext cx="1159213" cy="295005"/>
            </a:xfrm>
            <a:prstGeom prst="rect">
              <a:avLst/>
            </a:prstGeom>
            <a:solidFill>
              <a:schemeClr val="accent2">
                <a:lumMod val="60000"/>
                <a:lumOff val="4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err="1"/>
                <a:t>Câu</a:t>
              </a:r>
              <a:r>
                <a:rPr lang="en-US" sz="1500" b="1" dirty="0"/>
                <a:t> </a:t>
              </a:r>
              <a:r>
                <a:rPr lang="en-US" sz="1500" b="1" dirty="0" err="1"/>
                <a:t>chuyện</a:t>
              </a:r>
              <a:r>
                <a:rPr lang="en-US" sz="1500" b="1" dirty="0"/>
                <a:t>/ Stories</a:t>
              </a:r>
            </a:p>
          </p:txBody>
        </p:sp>
        <p:sp>
          <p:nvSpPr>
            <p:cNvPr id="10" name="Content Placeholder 2">
              <a:extLst>
                <a:ext uri="{FF2B5EF4-FFF2-40B4-BE49-F238E27FC236}">
                  <a16:creationId xmlns:a16="http://schemas.microsoft.com/office/drawing/2014/main" id="{D5A5E597-DF06-5F28-6700-A9B7BA50B047}"/>
                </a:ext>
              </a:extLst>
            </p:cNvPr>
            <p:cNvSpPr txBox="1">
              <a:spLocks/>
            </p:cNvSpPr>
            <p:nvPr/>
          </p:nvSpPr>
          <p:spPr>
            <a:xfrm>
              <a:off x="5620028" y="729639"/>
              <a:ext cx="1159213" cy="295005"/>
            </a:xfrm>
            <a:prstGeom prst="rect">
              <a:avLst/>
            </a:prstGeom>
            <a:solidFill>
              <a:schemeClr val="accent4">
                <a:lumMod val="60000"/>
                <a:lumOff val="40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dirty="0"/>
                <a:t>Tin </a:t>
              </a:r>
              <a:r>
                <a:rPr lang="en-US" sz="1500" dirty="0" err="1"/>
                <a:t>tức</a:t>
              </a:r>
              <a:r>
                <a:rPr lang="en-US" sz="1500" dirty="0"/>
                <a:t>/ News</a:t>
              </a:r>
            </a:p>
          </p:txBody>
        </p:sp>
        <p:sp>
          <p:nvSpPr>
            <p:cNvPr id="12" name="Content Placeholder 2">
              <a:extLst>
                <a:ext uri="{FF2B5EF4-FFF2-40B4-BE49-F238E27FC236}">
                  <a16:creationId xmlns:a16="http://schemas.microsoft.com/office/drawing/2014/main" id="{D7401BE5-64A8-9D55-FBE1-E0AD79D0103A}"/>
                </a:ext>
              </a:extLst>
            </p:cNvPr>
            <p:cNvSpPr txBox="1">
              <a:spLocks/>
            </p:cNvSpPr>
            <p:nvPr/>
          </p:nvSpPr>
          <p:spPr>
            <a:xfrm>
              <a:off x="6868932" y="729639"/>
              <a:ext cx="1159213" cy="295005"/>
            </a:xfrm>
            <a:prstGeom prst="rect">
              <a:avLst/>
            </a:prstGeom>
            <a:solidFill>
              <a:schemeClr val="bg1">
                <a:lumMod val="75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dirty="0"/>
                <a:t>Liên </a:t>
              </a:r>
              <a:r>
                <a:rPr lang="en-US" sz="1500" dirty="0" err="1"/>
                <a:t>hệ</a:t>
              </a:r>
              <a:r>
                <a:rPr lang="en-US" sz="1500" dirty="0"/>
                <a:t>/ Contacts</a:t>
              </a:r>
            </a:p>
          </p:txBody>
        </p:sp>
      </p:grpSp>
      <p:grpSp>
        <p:nvGrpSpPr>
          <p:cNvPr id="33" name="Group 32">
            <a:extLst>
              <a:ext uri="{FF2B5EF4-FFF2-40B4-BE49-F238E27FC236}">
                <a16:creationId xmlns:a16="http://schemas.microsoft.com/office/drawing/2014/main" id="{B080E74D-E62E-2E80-B855-C63318AE3294}"/>
              </a:ext>
            </a:extLst>
          </p:cNvPr>
          <p:cNvGrpSpPr/>
          <p:nvPr/>
        </p:nvGrpSpPr>
        <p:grpSpPr>
          <a:xfrm>
            <a:off x="736728" y="1753662"/>
            <a:ext cx="1210013" cy="2065857"/>
            <a:chOff x="1450015" y="1753662"/>
            <a:chExt cx="1210013" cy="2065857"/>
          </a:xfrm>
        </p:grpSpPr>
        <p:sp>
          <p:nvSpPr>
            <p:cNvPr id="14" name="Content Placeholder 2">
              <a:extLst>
                <a:ext uri="{FF2B5EF4-FFF2-40B4-BE49-F238E27FC236}">
                  <a16:creationId xmlns:a16="http://schemas.microsoft.com/office/drawing/2014/main" id="{F578FF75-D197-B26C-8D55-1623F0C343EE}"/>
                </a:ext>
              </a:extLst>
            </p:cNvPr>
            <p:cNvSpPr txBox="1">
              <a:spLocks/>
            </p:cNvSpPr>
            <p:nvPr/>
          </p:nvSpPr>
          <p:spPr>
            <a:xfrm>
              <a:off x="1450015" y="1753662"/>
              <a:ext cx="1159213" cy="295005"/>
            </a:xfrm>
            <a:prstGeom prst="rect">
              <a:avLst/>
            </a:prstGeom>
            <a:solidFill>
              <a:schemeClr val="accent5">
                <a:lumMod val="60000"/>
                <a:lumOff val="4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a:t>Tagline</a:t>
              </a:r>
            </a:p>
          </p:txBody>
        </p:sp>
        <p:sp>
          <p:nvSpPr>
            <p:cNvPr id="16" name="Content Placeholder 2">
              <a:extLst>
                <a:ext uri="{FF2B5EF4-FFF2-40B4-BE49-F238E27FC236}">
                  <a16:creationId xmlns:a16="http://schemas.microsoft.com/office/drawing/2014/main" id="{E81C6029-5301-1701-61B3-683A60DD4FD5}"/>
                </a:ext>
              </a:extLst>
            </p:cNvPr>
            <p:cNvSpPr txBox="1">
              <a:spLocks/>
            </p:cNvSpPr>
            <p:nvPr/>
          </p:nvSpPr>
          <p:spPr>
            <a:xfrm>
              <a:off x="1500815" y="2392672"/>
              <a:ext cx="1159213" cy="295005"/>
            </a:xfrm>
            <a:prstGeom prst="rect">
              <a:avLst/>
            </a:prstGeom>
            <a:solidFill>
              <a:schemeClr val="accent5">
                <a:lumMod val="60000"/>
                <a:lumOff val="4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a:t>Slogan/ headline</a:t>
              </a:r>
            </a:p>
          </p:txBody>
        </p:sp>
        <p:sp>
          <p:nvSpPr>
            <p:cNvPr id="18" name="Content Placeholder 2">
              <a:extLst>
                <a:ext uri="{FF2B5EF4-FFF2-40B4-BE49-F238E27FC236}">
                  <a16:creationId xmlns:a16="http://schemas.microsoft.com/office/drawing/2014/main" id="{CA84C1FC-216F-F9D7-82BB-9FD53B94202D}"/>
                </a:ext>
              </a:extLst>
            </p:cNvPr>
            <p:cNvSpPr txBox="1">
              <a:spLocks/>
            </p:cNvSpPr>
            <p:nvPr/>
          </p:nvSpPr>
          <p:spPr>
            <a:xfrm>
              <a:off x="1500815" y="2958593"/>
              <a:ext cx="1159213" cy="295005"/>
            </a:xfrm>
            <a:prstGeom prst="rect">
              <a:avLst/>
            </a:prstGeom>
            <a:solidFill>
              <a:schemeClr val="accent5">
                <a:lumMod val="60000"/>
                <a:lumOff val="4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err="1"/>
                <a:t>Mô</a:t>
              </a:r>
              <a:r>
                <a:rPr lang="en-US" sz="1500" b="1" dirty="0"/>
                <a:t> </a:t>
              </a:r>
              <a:r>
                <a:rPr lang="en-US" sz="1500" b="1" dirty="0" err="1"/>
                <a:t>tả</a:t>
              </a:r>
              <a:r>
                <a:rPr lang="en-US" sz="1500" b="1" dirty="0"/>
                <a:t>/ </a:t>
              </a:r>
              <a:r>
                <a:rPr lang="en-US" sz="1500" b="1" dirty="0" err="1"/>
                <a:t>Discriptions</a:t>
              </a:r>
              <a:endParaRPr lang="en-US" sz="1500" b="1" dirty="0"/>
            </a:p>
          </p:txBody>
        </p:sp>
        <p:sp>
          <p:nvSpPr>
            <p:cNvPr id="20" name="Content Placeholder 2">
              <a:extLst>
                <a:ext uri="{FF2B5EF4-FFF2-40B4-BE49-F238E27FC236}">
                  <a16:creationId xmlns:a16="http://schemas.microsoft.com/office/drawing/2014/main" id="{6C8949A6-AD3B-83C9-6A21-ED4C9F80305B}"/>
                </a:ext>
              </a:extLst>
            </p:cNvPr>
            <p:cNvSpPr txBox="1">
              <a:spLocks/>
            </p:cNvSpPr>
            <p:nvPr/>
          </p:nvSpPr>
          <p:spPr>
            <a:xfrm>
              <a:off x="1500814" y="3524514"/>
              <a:ext cx="1159213" cy="295005"/>
            </a:xfrm>
            <a:prstGeom prst="rect">
              <a:avLst/>
            </a:prstGeom>
            <a:solidFill>
              <a:schemeClr val="accent5">
                <a:lumMod val="60000"/>
                <a:lumOff val="4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a:t>CTA</a:t>
              </a:r>
            </a:p>
          </p:txBody>
        </p:sp>
      </p:grpSp>
      <p:grpSp>
        <p:nvGrpSpPr>
          <p:cNvPr id="34" name="Group 33">
            <a:extLst>
              <a:ext uri="{FF2B5EF4-FFF2-40B4-BE49-F238E27FC236}">
                <a16:creationId xmlns:a16="http://schemas.microsoft.com/office/drawing/2014/main" id="{A520AC56-FF7B-C92B-BF37-FBA8239D3CE7}"/>
              </a:ext>
            </a:extLst>
          </p:cNvPr>
          <p:cNvGrpSpPr/>
          <p:nvPr/>
        </p:nvGrpSpPr>
        <p:grpSpPr>
          <a:xfrm>
            <a:off x="803980" y="3962676"/>
            <a:ext cx="3704849" cy="295005"/>
            <a:chOff x="2754772" y="3524514"/>
            <a:chExt cx="3704849" cy="295005"/>
          </a:xfrm>
        </p:grpSpPr>
        <p:sp>
          <p:nvSpPr>
            <p:cNvPr id="22" name="Content Placeholder 2">
              <a:extLst>
                <a:ext uri="{FF2B5EF4-FFF2-40B4-BE49-F238E27FC236}">
                  <a16:creationId xmlns:a16="http://schemas.microsoft.com/office/drawing/2014/main" id="{5C62F509-0D0F-F1BB-4E55-F17AEA1ABD04}"/>
                </a:ext>
              </a:extLst>
            </p:cNvPr>
            <p:cNvSpPr txBox="1">
              <a:spLocks/>
            </p:cNvSpPr>
            <p:nvPr/>
          </p:nvSpPr>
          <p:spPr>
            <a:xfrm>
              <a:off x="2754772" y="3524514"/>
              <a:ext cx="1159213" cy="295005"/>
            </a:xfrm>
            <a:prstGeom prst="rect">
              <a:avLst/>
            </a:prstGeom>
            <a:noFill/>
            <a:ln w="3175">
              <a:solidFill>
                <a:schemeClr val="tx1"/>
              </a:solidFill>
            </a:ln>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err="1"/>
                <a:t>Ứng</a:t>
              </a:r>
              <a:r>
                <a:rPr lang="en-US" sz="1500" b="1" dirty="0"/>
                <a:t> </a:t>
              </a:r>
              <a:r>
                <a:rPr lang="en-US" sz="1500" b="1" dirty="0" err="1"/>
                <a:t>tuyển</a:t>
              </a:r>
              <a:r>
                <a:rPr lang="en-US" sz="1500" b="1" dirty="0"/>
                <a:t> </a:t>
              </a:r>
              <a:r>
                <a:rPr lang="en-US" sz="1500" b="1" dirty="0" err="1"/>
                <a:t>học</a:t>
              </a:r>
              <a:r>
                <a:rPr lang="en-US" sz="1500" b="1" dirty="0"/>
                <a:t> </a:t>
              </a:r>
              <a:r>
                <a:rPr lang="en-US" sz="1500" b="1" dirty="0" err="1"/>
                <a:t>bổng</a:t>
              </a:r>
              <a:r>
                <a:rPr lang="en-US" sz="1500" b="1" dirty="0"/>
                <a:t>/ T0 apply for scholarship</a:t>
              </a:r>
            </a:p>
          </p:txBody>
        </p:sp>
        <p:sp>
          <p:nvSpPr>
            <p:cNvPr id="24" name="Content Placeholder 2">
              <a:extLst>
                <a:ext uri="{FF2B5EF4-FFF2-40B4-BE49-F238E27FC236}">
                  <a16:creationId xmlns:a16="http://schemas.microsoft.com/office/drawing/2014/main" id="{6787AD2D-3095-E5DB-5E3F-E0ADB6D84794}"/>
                </a:ext>
              </a:extLst>
            </p:cNvPr>
            <p:cNvSpPr txBox="1">
              <a:spLocks/>
            </p:cNvSpPr>
            <p:nvPr/>
          </p:nvSpPr>
          <p:spPr>
            <a:xfrm>
              <a:off x="3965951" y="3524514"/>
              <a:ext cx="1159213" cy="295005"/>
            </a:xfrm>
            <a:prstGeom prst="rect">
              <a:avLst/>
            </a:prstGeom>
            <a:noFill/>
            <a:ln>
              <a:solidFill>
                <a:schemeClr val="accent1"/>
              </a:solidFill>
            </a:ln>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err="1"/>
                <a:t>Đồng</a:t>
              </a:r>
              <a:r>
                <a:rPr lang="en-US" sz="1500" b="1" dirty="0"/>
                <a:t> </a:t>
              </a:r>
              <a:r>
                <a:rPr lang="en-US" sz="1500" b="1" dirty="0" err="1"/>
                <a:t>hành</a:t>
              </a:r>
              <a:r>
                <a:rPr lang="en-US" sz="1500" b="1" dirty="0"/>
                <a:t> </a:t>
              </a:r>
              <a:r>
                <a:rPr lang="en-US" sz="1500" b="1" dirty="0" err="1"/>
                <a:t>cùng</a:t>
              </a:r>
              <a:r>
                <a:rPr lang="en-US" sz="1500" b="1" dirty="0"/>
                <a:t> </a:t>
              </a:r>
              <a:r>
                <a:rPr lang="en-US" sz="1500" b="1" dirty="0" err="1"/>
                <a:t>chúng</a:t>
              </a:r>
              <a:r>
                <a:rPr lang="en-US" sz="1500" b="1" dirty="0"/>
                <a:t> </a:t>
              </a:r>
              <a:r>
                <a:rPr lang="en-US" sz="1500" b="1" dirty="0" err="1"/>
                <a:t>tôi</a:t>
              </a:r>
              <a:r>
                <a:rPr lang="en-US" sz="1500" b="1" dirty="0"/>
                <a:t>/ to get involved</a:t>
              </a:r>
            </a:p>
          </p:txBody>
        </p:sp>
        <p:sp>
          <p:nvSpPr>
            <p:cNvPr id="26" name="Content Placeholder 2">
              <a:extLst>
                <a:ext uri="{FF2B5EF4-FFF2-40B4-BE49-F238E27FC236}">
                  <a16:creationId xmlns:a16="http://schemas.microsoft.com/office/drawing/2014/main" id="{0228664A-C087-6AF3-155C-A36DA24A593D}"/>
                </a:ext>
              </a:extLst>
            </p:cNvPr>
            <p:cNvSpPr txBox="1">
              <a:spLocks/>
            </p:cNvSpPr>
            <p:nvPr/>
          </p:nvSpPr>
          <p:spPr>
            <a:xfrm>
              <a:off x="5177130" y="3524514"/>
              <a:ext cx="1282491" cy="295005"/>
            </a:xfrm>
            <a:prstGeom prst="rect">
              <a:avLst/>
            </a:prstGeom>
            <a:noFill/>
            <a:ln>
              <a:solidFill>
                <a:schemeClr val="accent1"/>
              </a:solidFill>
            </a:ln>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err="1"/>
                <a:t>Tìm</a:t>
              </a:r>
              <a:r>
                <a:rPr lang="en-US" sz="1500" b="1" dirty="0"/>
                <a:t> </a:t>
              </a:r>
              <a:r>
                <a:rPr lang="en-US" sz="1500" b="1" dirty="0" err="1"/>
                <a:t>hiểu</a:t>
              </a:r>
              <a:r>
                <a:rPr lang="en-US" sz="1500" b="1" dirty="0"/>
                <a:t> </a:t>
              </a:r>
              <a:r>
                <a:rPr lang="en-US" sz="1500" b="1" dirty="0" err="1"/>
                <a:t>thêm</a:t>
              </a:r>
              <a:r>
                <a:rPr lang="en-US" sz="1500" b="1" dirty="0"/>
                <a:t>/ To know more about the organization </a:t>
              </a:r>
            </a:p>
          </p:txBody>
        </p:sp>
      </p:grpSp>
      <p:sp>
        <p:nvSpPr>
          <p:cNvPr id="28" name="Content Placeholder 2">
            <a:extLst>
              <a:ext uri="{FF2B5EF4-FFF2-40B4-BE49-F238E27FC236}">
                <a16:creationId xmlns:a16="http://schemas.microsoft.com/office/drawing/2014/main" id="{A22089D6-E769-81E6-26BF-63DC920AC2D3}"/>
              </a:ext>
            </a:extLst>
          </p:cNvPr>
          <p:cNvSpPr txBox="1">
            <a:spLocks/>
          </p:cNvSpPr>
          <p:nvPr/>
        </p:nvSpPr>
        <p:spPr>
          <a:xfrm>
            <a:off x="787528" y="4656356"/>
            <a:ext cx="3721302" cy="581263"/>
          </a:xfrm>
          <a:prstGeom prst="rect">
            <a:avLst/>
          </a:prstGeom>
          <a:solidFill>
            <a:schemeClr val="accent5">
              <a:lumMod val="60000"/>
              <a:lumOff val="4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300" b="1" dirty="0"/>
              <a:t>[</a:t>
            </a:r>
            <a:r>
              <a:rPr lang="en-US" sz="1300" b="1" dirty="0" err="1"/>
              <a:t>những</a:t>
            </a:r>
            <a:r>
              <a:rPr lang="en-US" sz="1300" b="1" dirty="0"/>
              <a:t> con </a:t>
            </a:r>
            <a:r>
              <a:rPr lang="en-US" sz="1300" b="1" dirty="0" err="1"/>
              <a:t>số</a:t>
            </a:r>
            <a:r>
              <a:rPr lang="en-US" sz="1300" b="1" dirty="0"/>
              <a:t> </a:t>
            </a:r>
            <a:r>
              <a:rPr lang="en-US" sz="1300" b="1" dirty="0" err="1"/>
              <a:t>tác</a:t>
            </a:r>
            <a:r>
              <a:rPr lang="en-US" sz="1300" b="1" dirty="0"/>
              <a:t> </a:t>
            </a:r>
            <a:r>
              <a:rPr lang="en-US" sz="1300" b="1" dirty="0" err="1"/>
              <a:t>động</a:t>
            </a:r>
            <a:r>
              <a:rPr lang="en-US" sz="1300" b="1" dirty="0"/>
              <a:t> </a:t>
            </a:r>
            <a:r>
              <a:rPr lang="en-US" sz="1300" b="1" dirty="0" err="1"/>
              <a:t>của</a:t>
            </a:r>
            <a:r>
              <a:rPr lang="en-US" sz="1300" b="1" dirty="0"/>
              <a:t> </a:t>
            </a:r>
            <a:r>
              <a:rPr lang="en-US" sz="1300" b="1" dirty="0" err="1"/>
              <a:t>chương</a:t>
            </a:r>
            <a:r>
              <a:rPr lang="en-US" sz="1300" b="1" dirty="0"/>
              <a:t> </a:t>
            </a:r>
            <a:r>
              <a:rPr lang="en-US" sz="1300" b="1" dirty="0" err="1"/>
              <a:t>trình</a:t>
            </a:r>
            <a:r>
              <a:rPr lang="en-US" sz="1300" b="1" dirty="0"/>
              <a:t>/ IMPACTS]</a:t>
            </a:r>
          </a:p>
        </p:txBody>
      </p:sp>
      <p:pic>
        <p:nvPicPr>
          <p:cNvPr id="30" name="Picture 29" descr="The text describes a Vietnamese tagline promoting a relay race, emphasizing teamwork, perseverance, and community spirit.&#10;&#10;AI-generated content may be incorrect.">
            <a:extLst>
              <a:ext uri="{FF2B5EF4-FFF2-40B4-BE49-F238E27FC236}">
                <a16:creationId xmlns:a16="http://schemas.microsoft.com/office/drawing/2014/main" id="{B0B7C6E0-2312-AEB8-A9E3-ED579054CD06}"/>
              </a:ext>
            </a:extLst>
          </p:cNvPr>
          <p:cNvPicPr>
            <a:picLocks noChangeAspect="1"/>
          </p:cNvPicPr>
          <p:nvPr/>
        </p:nvPicPr>
        <p:blipFill>
          <a:blip r:embed="rId3"/>
          <a:stretch>
            <a:fillRect/>
          </a:stretch>
        </p:blipFill>
        <p:spPr>
          <a:xfrm>
            <a:off x="4693537" y="1247143"/>
            <a:ext cx="3589403" cy="3145954"/>
          </a:xfrm>
          <a:prstGeom prst="rect">
            <a:avLst/>
          </a:prstGeom>
          <a:ln>
            <a:solidFill>
              <a:schemeClr val="tx1"/>
            </a:solidFill>
          </a:ln>
        </p:spPr>
      </p:pic>
      <p:pic>
        <p:nvPicPr>
          <p:cNvPr id="32" name="Picture 31" descr="The image displays a mobile application interface with various options for language learning, including Vietnamese, with statistics showing high success rates and user satisfaction.&#10;&#10;AI-generated content may be incorrect.">
            <a:extLst>
              <a:ext uri="{FF2B5EF4-FFF2-40B4-BE49-F238E27FC236}">
                <a16:creationId xmlns:a16="http://schemas.microsoft.com/office/drawing/2014/main" id="{BE01E7ED-D144-4F5C-B148-A14281232D8B}"/>
              </a:ext>
            </a:extLst>
          </p:cNvPr>
          <p:cNvPicPr>
            <a:picLocks noChangeAspect="1"/>
          </p:cNvPicPr>
          <p:nvPr/>
        </p:nvPicPr>
        <p:blipFill>
          <a:blip r:embed="rId4"/>
          <a:stretch>
            <a:fillRect/>
          </a:stretch>
        </p:blipFill>
        <p:spPr>
          <a:xfrm>
            <a:off x="4804479" y="4615595"/>
            <a:ext cx="2878693" cy="1483582"/>
          </a:xfrm>
          <a:prstGeom prst="rect">
            <a:avLst/>
          </a:prstGeom>
        </p:spPr>
      </p:pic>
      <p:pic>
        <p:nvPicPr>
          <p:cNvPr id="38" name="Picture 37" descr="The image displays a web page interface with a Hero Banner section, which includes a questionnaire asking about the user's identity, profession, motivation, and actions, followed by sections for a tagline, headline, and description, with call-to-action buttons for donating, applying, and learning more.&#10;&#10;AI-generated content may be incorrect.">
            <a:extLst>
              <a:ext uri="{FF2B5EF4-FFF2-40B4-BE49-F238E27FC236}">
                <a16:creationId xmlns:a16="http://schemas.microsoft.com/office/drawing/2014/main" id="{D25E6C99-D747-00DB-0A65-98950A66E69C}"/>
              </a:ext>
            </a:extLst>
          </p:cNvPr>
          <p:cNvPicPr>
            <a:picLocks noChangeAspect="1"/>
          </p:cNvPicPr>
          <p:nvPr/>
        </p:nvPicPr>
        <p:blipFill>
          <a:blip r:embed="rId5"/>
          <a:stretch>
            <a:fillRect/>
          </a:stretch>
        </p:blipFill>
        <p:spPr>
          <a:xfrm>
            <a:off x="8369357" y="287105"/>
            <a:ext cx="3327290" cy="2533015"/>
          </a:xfrm>
          <a:prstGeom prst="rect">
            <a:avLst/>
          </a:prstGeom>
        </p:spPr>
      </p:pic>
    </p:spTree>
    <p:extLst>
      <p:ext uri="{BB962C8B-B14F-4D97-AF65-F5344CB8AC3E}">
        <p14:creationId xmlns:p14="http://schemas.microsoft.com/office/powerpoint/2010/main" val="334562015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0081265-751C-2328-C735-819E1F929425}"/>
              </a:ext>
            </a:extLst>
          </p:cNvPr>
          <p:cNvSpPr txBox="1">
            <a:spLocks/>
          </p:cNvSpPr>
          <p:nvPr/>
        </p:nvSpPr>
        <p:spPr>
          <a:xfrm>
            <a:off x="967409" y="278297"/>
            <a:ext cx="2258605" cy="477077"/>
          </a:xfrm>
          <a:prstGeom prst="rect">
            <a:avLst/>
          </a:prstGeom>
          <a:solidFill>
            <a:schemeClr val="accent6">
              <a:lumMod val="60000"/>
              <a:lumOff val="4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a:t>GIỚI THIỆU CHUNG/ ABOUT US</a:t>
            </a:r>
          </a:p>
        </p:txBody>
      </p:sp>
      <p:pic>
        <p:nvPicPr>
          <p:cNvPr id="7" name="Picture 6" descr="The Relay Fund is a non-profit organization that supports impoverished individuals in Vietnam by providing them with the opportunity to learn and advance through vocational training and development.&#10;&#10;AI-generated content may be incorrect.">
            <a:extLst>
              <a:ext uri="{FF2B5EF4-FFF2-40B4-BE49-F238E27FC236}">
                <a16:creationId xmlns:a16="http://schemas.microsoft.com/office/drawing/2014/main" id="{C7C5FAF1-89F2-E231-D9F4-59D4ABAD3203}"/>
              </a:ext>
            </a:extLst>
          </p:cNvPr>
          <p:cNvPicPr>
            <a:picLocks noChangeAspect="1"/>
          </p:cNvPicPr>
          <p:nvPr/>
        </p:nvPicPr>
        <p:blipFill>
          <a:blip r:embed="rId2"/>
          <a:stretch>
            <a:fillRect/>
          </a:stretch>
        </p:blipFill>
        <p:spPr>
          <a:xfrm>
            <a:off x="4026212" y="966211"/>
            <a:ext cx="4007056" cy="5588287"/>
          </a:xfrm>
          <a:prstGeom prst="rect">
            <a:avLst/>
          </a:prstGeom>
        </p:spPr>
      </p:pic>
      <p:sp>
        <p:nvSpPr>
          <p:cNvPr id="10" name="Title 1">
            <a:extLst>
              <a:ext uri="{FF2B5EF4-FFF2-40B4-BE49-F238E27FC236}">
                <a16:creationId xmlns:a16="http://schemas.microsoft.com/office/drawing/2014/main" id="{4D191964-C197-B4BD-A912-531F8EC91C85}"/>
              </a:ext>
            </a:extLst>
          </p:cNvPr>
          <p:cNvSpPr>
            <a:spLocks noGrp="1"/>
          </p:cNvSpPr>
          <p:nvPr>
            <p:ph type="title"/>
          </p:nvPr>
        </p:nvSpPr>
        <p:spPr>
          <a:xfrm>
            <a:off x="943327" y="1266273"/>
            <a:ext cx="2282687" cy="1325563"/>
          </a:xfrm>
        </p:spPr>
        <p:txBody>
          <a:bodyPr/>
          <a:lstStyle/>
          <a:p>
            <a:r>
              <a:rPr lang="en-US" dirty="0" err="1"/>
              <a:t>Phần</a:t>
            </a:r>
            <a:r>
              <a:rPr lang="en-US" dirty="0"/>
              <a:t> 1</a:t>
            </a:r>
          </a:p>
        </p:txBody>
      </p:sp>
    </p:spTree>
    <p:extLst>
      <p:ext uri="{BB962C8B-B14F-4D97-AF65-F5344CB8AC3E}">
        <p14:creationId xmlns:p14="http://schemas.microsoft.com/office/powerpoint/2010/main" val="1958926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ACDC1-C185-E552-7747-D9FA80343F5D}"/>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EDCBD07-0A9F-A38C-99BF-C4B9AF9D19C3}"/>
              </a:ext>
            </a:extLst>
          </p:cNvPr>
          <p:cNvSpPr txBox="1">
            <a:spLocks/>
          </p:cNvSpPr>
          <p:nvPr/>
        </p:nvSpPr>
        <p:spPr>
          <a:xfrm>
            <a:off x="967409" y="278297"/>
            <a:ext cx="2258605" cy="477077"/>
          </a:xfrm>
          <a:prstGeom prst="rect">
            <a:avLst/>
          </a:prstGeom>
          <a:solidFill>
            <a:schemeClr val="accent6">
              <a:lumMod val="60000"/>
              <a:lumOff val="4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b="1" dirty="0"/>
              <a:t>GIỚI THIỆU CHUNG/ ABOUT US</a:t>
            </a:r>
          </a:p>
        </p:txBody>
      </p:sp>
      <p:sp>
        <p:nvSpPr>
          <p:cNvPr id="10" name="Title 1">
            <a:extLst>
              <a:ext uri="{FF2B5EF4-FFF2-40B4-BE49-F238E27FC236}">
                <a16:creationId xmlns:a16="http://schemas.microsoft.com/office/drawing/2014/main" id="{28E54E08-FE45-8700-D98E-0630BDF36BDD}"/>
              </a:ext>
            </a:extLst>
          </p:cNvPr>
          <p:cNvSpPr>
            <a:spLocks noGrp="1"/>
          </p:cNvSpPr>
          <p:nvPr>
            <p:ph type="title"/>
          </p:nvPr>
        </p:nvSpPr>
        <p:spPr>
          <a:xfrm>
            <a:off x="943327" y="1266273"/>
            <a:ext cx="2282687" cy="1325563"/>
          </a:xfrm>
        </p:spPr>
        <p:txBody>
          <a:bodyPr/>
          <a:lstStyle/>
          <a:p>
            <a:r>
              <a:rPr lang="en-US" dirty="0" err="1"/>
              <a:t>Phần</a:t>
            </a:r>
            <a:r>
              <a:rPr lang="en-US" dirty="0"/>
              <a:t> 2</a:t>
            </a:r>
          </a:p>
        </p:txBody>
      </p:sp>
      <p:sp>
        <p:nvSpPr>
          <p:cNvPr id="2" name="Content Placeholder 2">
            <a:extLst>
              <a:ext uri="{FF2B5EF4-FFF2-40B4-BE49-F238E27FC236}">
                <a16:creationId xmlns:a16="http://schemas.microsoft.com/office/drawing/2014/main" id="{D61E1EA4-8DAD-70DE-4FD8-5D1CAEB4B602}"/>
              </a:ext>
            </a:extLst>
          </p:cNvPr>
          <p:cNvSpPr>
            <a:spLocks noGrp="1"/>
          </p:cNvSpPr>
          <p:nvPr>
            <p:ph idx="1"/>
          </p:nvPr>
        </p:nvSpPr>
        <p:spPr>
          <a:xfrm>
            <a:off x="3309730" y="1554991"/>
            <a:ext cx="4210880" cy="4580765"/>
          </a:xfrm>
        </p:spPr>
        <p:txBody>
          <a:bodyPr>
            <a:normAutofit fontScale="55000" lnSpcReduction="20000"/>
          </a:bodyPr>
          <a:lstStyle/>
          <a:p>
            <a:r>
              <a:rPr lang="en-US" b="1" dirty="0"/>
              <a:t>VÌ SAO ĐẦU TƯ VÀO GIÁO DỤC NỮ SINH? </a:t>
            </a:r>
            <a:endParaRPr lang="en-US" dirty="0"/>
          </a:p>
          <a:p>
            <a:r>
              <a:rPr lang="en-US" dirty="0"/>
              <a:t>💼 </a:t>
            </a:r>
            <a:r>
              <a:rPr lang="en-US" b="1" dirty="0" err="1"/>
              <a:t>Mở</a:t>
            </a:r>
            <a:r>
              <a:rPr lang="en-US" b="1" dirty="0"/>
              <a:t> </a:t>
            </a:r>
            <a:r>
              <a:rPr lang="en-US" b="1" dirty="0" err="1"/>
              <a:t>ra</a:t>
            </a:r>
            <a:r>
              <a:rPr lang="en-US" b="1" dirty="0"/>
              <a:t> </a:t>
            </a:r>
            <a:r>
              <a:rPr lang="en-US" b="1" dirty="0" err="1"/>
              <a:t>cơ</a:t>
            </a:r>
            <a:r>
              <a:rPr lang="en-US" b="1" dirty="0"/>
              <a:t> </a:t>
            </a:r>
            <a:r>
              <a:rPr lang="en-US" b="1" dirty="0" err="1"/>
              <a:t>hội</a:t>
            </a:r>
            <a:r>
              <a:rPr lang="en-US" b="1" dirty="0"/>
              <a:t> </a:t>
            </a:r>
            <a:r>
              <a:rPr lang="en-US" b="1" dirty="0" err="1"/>
              <a:t>nghề</a:t>
            </a:r>
            <a:r>
              <a:rPr lang="en-US" b="1" dirty="0"/>
              <a:t> </a:t>
            </a:r>
            <a:r>
              <a:rPr lang="en-US" b="1" dirty="0" err="1"/>
              <a:t>nghiệp</a:t>
            </a:r>
            <a:br>
              <a:rPr lang="en-US" dirty="0"/>
            </a:br>
            <a:r>
              <a:rPr lang="en-US" dirty="0" err="1"/>
              <a:t>Mỗi</a:t>
            </a:r>
            <a:r>
              <a:rPr lang="en-US" dirty="0"/>
              <a:t> </a:t>
            </a:r>
            <a:r>
              <a:rPr lang="en-US" dirty="0" err="1"/>
              <a:t>năm</a:t>
            </a:r>
            <a:r>
              <a:rPr lang="en-US" dirty="0"/>
              <a:t> </a:t>
            </a:r>
            <a:r>
              <a:rPr lang="en-US" dirty="0" err="1"/>
              <a:t>học</a:t>
            </a:r>
            <a:r>
              <a:rPr lang="en-US" dirty="0"/>
              <a:t> </a:t>
            </a:r>
            <a:r>
              <a:rPr lang="en-US" dirty="0" err="1"/>
              <a:t>thêm</a:t>
            </a:r>
            <a:r>
              <a:rPr lang="en-US" dirty="0"/>
              <a:t> </a:t>
            </a:r>
            <a:r>
              <a:rPr lang="en-US" dirty="0" err="1"/>
              <a:t>có</a:t>
            </a:r>
            <a:r>
              <a:rPr lang="en-US" dirty="0"/>
              <a:t> </a:t>
            </a:r>
            <a:r>
              <a:rPr lang="en-US" dirty="0" err="1"/>
              <a:t>thể</a:t>
            </a:r>
            <a:r>
              <a:rPr lang="en-US" dirty="0"/>
              <a:t> </a:t>
            </a:r>
            <a:r>
              <a:rPr lang="en-US" dirty="0" err="1"/>
              <a:t>giúp</a:t>
            </a:r>
            <a:r>
              <a:rPr lang="en-US" dirty="0"/>
              <a:t> </a:t>
            </a:r>
            <a:r>
              <a:rPr lang="en-US" dirty="0" err="1"/>
              <a:t>tăng</a:t>
            </a:r>
            <a:r>
              <a:rPr lang="en-US" dirty="0"/>
              <a:t> </a:t>
            </a:r>
            <a:r>
              <a:rPr lang="en-US" dirty="0" err="1"/>
              <a:t>thu</a:t>
            </a:r>
            <a:r>
              <a:rPr lang="en-US" dirty="0"/>
              <a:t> </a:t>
            </a:r>
            <a:r>
              <a:rPr lang="en-US" dirty="0" err="1"/>
              <a:t>nhập</a:t>
            </a:r>
            <a:r>
              <a:rPr lang="en-US" dirty="0"/>
              <a:t> </a:t>
            </a:r>
            <a:r>
              <a:rPr lang="en-US" dirty="0" err="1"/>
              <a:t>trung</a:t>
            </a:r>
            <a:r>
              <a:rPr lang="en-US" dirty="0"/>
              <a:t> </a:t>
            </a:r>
            <a:r>
              <a:rPr lang="en-US" dirty="0" err="1"/>
              <a:t>bình</a:t>
            </a:r>
            <a:r>
              <a:rPr lang="en-US" dirty="0"/>
              <a:t> </a:t>
            </a:r>
            <a:r>
              <a:rPr lang="en-US" dirty="0" err="1"/>
              <a:t>khoảng</a:t>
            </a:r>
            <a:r>
              <a:rPr lang="en-US" dirty="0"/>
              <a:t> 10% </a:t>
            </a:r>
            <a:r>
              <a:rPr lang="en-US" dirty="0" err="1"/>
              <a:t>trong</a:t>
            </a:r>
            <a:r>
              <a:rPr lang="en-US" dirty="0"/>
              <a:t> </a:t>
            </a:r>
            <a:r>
              <a:rPr lang="en-US" dirty="0" err="1"/>
              <a:t>tương</a:t>
            </a:r>
            <a:r>
              <a:rPr lang="en-US" dirty="0"/>
              <a:t> lai.</a:t>
            </a:r>
          </a:p>
          <a:p>
            <a:pPr marL="0" indent="0">
              <a:buNone/>
            </a:pPr>
            <a:r>
              <a:rPr lang="en-US" b="1" dirty="0"/>
              <a:t> </a:t>
            </a:r>
            <a:endParaRPr lang="en-US" dirty="0"/>
          </a:p>
          <a:p>
            <a:r>
              <a:rPr lang="en-US" dirty="0"/>
              <a:t>👨‍👩‍👧 </a:t>
            </a:r>
            <a:r>
              <a:rPr lang="en-US" b="1" dirty="0" err="1"/>
              <a:t>Tác</a:t>
            </a:r>
            <a:r>
              <a:rPr lang="en-US" b="1" dirty="0"/>
              <a:t> </a:t>
            </a:r>
            <a:r>
              <a:rPr lang="en-US" b="1" dirty="0" err="1"/>
              <a:t>động</a:t>
            </a:r>
            <a:r>
              <a:rPr lang="en-US" b="1" dirty="0"/>
              <a:t> </a:t>
            </a:r>
            <a:r>
              <a:rPr lang="en-US" b="1" dirty="0" err="1"/>
              <a:t>đến</a:t>
            </a:r>
            <a:r>
              <a:rPr lang="en-US" b="1" dirty="0"/>
              <a:t> </a:t>
            </a:r>
            <a:r>
              <a:rPr lang="en-US" b="1" dirty="0" err="1"/>
              <a:t>gia</a:t>
            </a:r>
            <a:r>
              <a:rPr lang="en-US" b="1" dirty="0"/>
              <a:t> </a:t>
            </a:r>
            <a:r>
              <a:rPr lang="en-US" b="1" dirty="0" err="1"/>
              <a:t>đình</a:t>
            </a:r>
            <a:br>
              <a:rPr lang="en-US" dirty="0"/>
            </a:br>
            <a:r>
              <a:rPr lang="en-US" dirty="0" err="1"/>
              <a:t>Trình</a:t>
            </a:r>
            <a:r>
              <a:rPr lang="en-US" dirty="0"/>
              <a:t> </a:t>
            </a:r>
            <a:r>
              <a:rPr lang="en-US" dirty="0" err="1"/>
              <a:t>độ</a:t>
            </a:r>
            <a:r>
              <a:rPr lang="en-US" dirty="0"/>
              <a:t> </a:t>
            </a:r>
            <a:r>
              <a:rPr lang="en-US" dirty="0" err="1"/>
              <a:t>học</a:t>
            </a:r>
            <a:r>
              <a:rPr lang="en-US" dirty="0"/>
              <a:t> </a:t>
            </a:r>
            <a:r>
              <a:rPr lang="en-US" dirty="0" err="1"/>
              <a:t>vấn</a:t>
            </a:r>
            <a:r>
              <a:rPr lang="en-US" dirty="0"/>
              <a:t> </a:t>
            </a:r>
            <a:r>
              <a:rPr lang="en-US" dirty="0" err="1"/>
              <a:t>của</a:t>
            </a:r>
            <a:r>
              <a:rPr lang="en-US" dirty="0"/>
              <a:t> </a:t>
            </a:r>
            <a:r>
              <a:rPr lang="en-US" dirty="0" err="1"/>
              <a:t>người</a:t>
            </a:r>
            <a:r>
              <a:rPr lang="en-US" dirty="0"/>
              <a:t> </a:t>
            </a:r>
            <a:r>
              <a:rPr lang="en-US" dirty="0" err="1"/>
              <a:t>mẹ</a:t>
            </a:r>
            <a:r>
              <a:rPr lang="en-US" dirty="0"/>
              <a:t> </a:t>
            </a:r>
            <a:r>
              <a:rPr lang="en-US" dirty="0" err="1"/>
              <a:t>có</a:t>
            </a:r>
            <a:r>
              <a:rPr lang="en-US" dirty="0"/>
              <a:t> </a:t>
            </a:r>
            <a:r>
              <a:rPr lang="en-US" dirty="0" err="1"/>
              <a:t>ảnh</a:t>
            </a:r>
            <a:r>
              <a:rPr lang="en-US" dirty="0"/>
              <a:t> </a:t>
            </a:r>
            <a:r>
              <a:rPr lang="en-US" dirty="0" err="1"/>
              <a:t>hưởng</a:t>
            </a:r>
            <a:r>
              <a:rPr lang="en-US" dirty="0"/>
              <a:t> </a:t>
            </a:r>
            <a:r>
              <a:rPr lang="en-US" dirty="0" err="1"/>
              <a:t>tích</a:t>
            </a:r>
            <a:r>
              <a:rPr lang="en-US" dirty="0"/>
              <a:t> </a:t>
            </a:r>
            <a:r>
              <a:rPr lang="en-US" dirty="0" err="1"/>
              <a:t>cực</a:t>
            </a:r>
            <a:r>
              <a:rPr lang="en-US" dirty="0"/>
              <a:t> </a:t>
            </a:r>
            <a:r>
              <a:rPr lang="en-US" dirty="0" err="1"/>
              <a:t>đến</a:t>
            </a:r>
            <a:r>
              <a:rPr lang="en-US" dirty="0"/>
              <a:t> </a:t>
            </a:r>
            <a:r>
              <a:rPr lang="en-US" dirty="0" err="1"/>
              <a:t>sức</a:t>
            </a:r>
            <a:r>
              <a:rPr lang="en-US" dirty="0"/>
              <a:t> </a:t>
            </a:r>
            <a:r>
              <a:rPr lang="en-US" dirty="0" err="1"/>
              <a:t>khỏe</a:t>
            </a:r>
            <a:r>
              <a:rPr lang="en-US" dirty="0"/>
              <a:t> </a:t>
            </a:r>
            <a:r>
              <a:rPr lang="en-US" dirty="0" err="1"/>
              <a:t>và</a:t>
            </a:r>
            <a:r>
              <a:rPr lang="en-US" dirty="0"/>
              <a:t> </a:t>
            </a:r>
            <a:r>
              <a:rPr lang="en-US" dirty="0" err="1"/>
              <a:t>cơ</a:t>
            </a:r>
            <a:r>
              <a:rPr lang="en-US" dirty="0"/>
              <a:t> </a:t>
            </a:r>
            <a:r>
              <a:rPr lang="en-US" dirty="0" err="1"/>
              <a:t>hội</a:t>
            </a:r>
            <a:r>
              <a:rPr lang="en-US" dirty="0"/>
              <a:t> </a:t>
            </a:r>
            <a:r>
              <a:rPr lang="en-US" dirty="0" err="1"/>
              <a:t>phát</a:t>
            </a:r>
            <a:r>
              <a:rPr lang="en-US" dirty="0"/>
              <a:t> </a:t>
            </a:r>
            <a:r>
              <a:rPr lang="en-US" dirty="0" err="1"/>
              <a:t>triển</a:t>
            </a:r>
            <a:r>
              <a:rPr lang="en-US" dirty="0"/>
              <a:t> </a:t>
            </a:r>
            <a:r>
              <a:rPr lang="en-US" dirty="0" err="1"/>
              <a:t>của</a:t>
            </a:r>
            <a:r>
              <a:rPr lang="en-US" dirty="0"/>
              <a:t> con </a:t>
            </a:r>
            <a:r>
              <a:rPr lang="en-US" dirty="0" err="1"/>
              <a:t>cái</a:t>
            </a:r>
            <a:r>
              <a:rPr lang="en-US" dirty="0"/>
              <a:t>.</a:t>
            </a:r>
          </a:p>
          <a:p>
            <a:pPr marL="0" indent="0">
              <a:buNone/>
            </a:pPr>
            <a:r>
              <a:rPr lang="en-US" dirty="0"/>
              <a:t> </a:t>
            </a:r>
          </a:p>
          <a:p>
            <a:r>
              <a:rPr lang="en-US" dirty="0"/>
              <a:t>🌱 </a:t>
            </a:r>
            <a:r>
              <a:rPr lang="en-US" b="1" dirty="0"/>
              <a:t>Lan </a:t>
            </a:r>
            <a:r>
              <a:rPr lang="en-US" b="1" dirty="0" err="1"/>
              <a:t>tỏa</a:t>
            </a:r>
            <a:r>
              <a:rPr lang="en-US" b="1" dirty="0"/>
              <a:t> </a:t>
            </a:r>
            <a:r>
              <a:rPr lang="en-US" b="1" dirty="0" err="1"/>
              <a:t>đến</a:t>
            </a:r>
            <a:r>
              <a:rPr lang="en-US" b="1" dirty="0"/>
              <a:t> </a:t>
            </a:r>
            <a:r>
              <a:rPr lang="en-US" b="1" dirty="0" err="1"/>
              <a:t>cộng</a:t>
            </a:r>
            <a:r>
              <a:rPr lang="en-US" b="1" dirty="0"/>
              <a:t> </a:t>
            </a:r>
            <a:r>
              <a:rPr lang="en-US" b="1" dirty="0" err="1"/>
              <a:t>đồng</a:t>
            </a:r>
            <a:br>
              <a:rPr lang="en-US" dirty="0"/>
            </a:br>
            <a:r>
              <a:rPr lang="en-US" dirty="0" err="1"/>
              <a:t>Đầu</a:t>
            </a:r>
            <a:r>
              <a:rPr lang="en-US" dirty="0"/>
              <a:t> </a:t>
            </a:r>
            <a:r>
              <a:rPr lang="en-US" dirty="0" err="1"/>
              <a:t>tư</a:t>
            </a:r>
            <a:r>
              <a:rPr lang="en-US" dirty="0"/>
              <a:t> </a:t>
            </a:r>
            <a:r>
              <a:rPr lang="en-US" dirty="0" err="1"/>
              <a:t>vào</a:t>
            </a:r>
            <a:r>
              <a:rPr lang="en-US" dirty="0"/>
              <a:t> </a:t>
            </a:r>
            <a:r>
              <a:rPr lang="en-US" dirty="0" err="1"/>
              <a:t>giáo</a:t>
            </a:r>
            <a:r>
              <a:rPr lang="en-US" dirty="0"/>
              <a:t> </a:t>
            </a:r>
            <a:r>
              <a:rPr lang="en-US" dirty="0" err="1"/>
              <a:t>dục</a:t>
            </a:r>
            <a:r>
              <a:rPr lang="en-US" dirty="0"/>
              <a:t> </a:t>
            </a:r>
            <a:r>
              <a:rPr lang="en-US" dirty="0" err="1"/>
              <a:t>phụ</a:t>
            </a:r>
            <a:r>
              <a:rPr lang="en-US" dirty="0"/>
              <a:t> </a:t>
            </a:r>
            <a:r>
              <a:rPr lang="en-US" dirty="0" err="1"/>
              <a:t>nữ</a:t>
            </a:r>
            <a:r>
              <a:rPr lang="en-US" dirty="0"/>
              <a:t> </a:t>
            </a:r>
            <a:r>
              <a:rPr lang="en-US" dirty="0" err="1"/>
              <a:t>được</a:t>
            </a:r>
            <a:r>
              <a:rPr lang="en-US" dirty="0"/>
              <a:t> </a:t>
            </a:r>
            <a:r>
              <a:rPr lang="en-US" dirty="0" err="1"/>
              <a:t>xem</a:t>
            </a:r>
            <a:r>
              <a:rPr lang="en-US" dirty="0"/>
              <a:t> </a:t>
            </a:r>
            <a:r>
              <a:rPr lang="en-US" dirty="0" err="1"/>
              <a:t>là</a:t>
            </a:r>
            <a:r>
              <a:rPr lang="en-US" dirty="0"/>
              <a:t> </a:t>
            </a:r>
            <a:r>
              <a:rPr lang="en-US" dirty="0" err="1"/>
              <a:t>một</a:t>
            </a:r>
            <a:r>
              <a:rPr lang="en-US" dirty="0"/>
              <a:t> </a:t>
            </a:r>
            <a:r>
              <a:rPr lang="en-US" dirty="0" err="1"/>
              <a:t>trong</a:t>
            </a:r>
            <a:r>
              <a:rPr lang="en-US" dirty="0"/>
              <a:t> </a:t>
            </a:r>
            <a:r>
              <a:rPr lang="en-US" dirty="0" err="1"/>
              <a:t>những</a:t>
            </a:r>
            <a:r>
              <a:rPr lang="en-US" dirty="0"/>
              <a:t> </a:t>
            </a:r>
            <a:r>
              <a:rPr lang="en-US" dirty="0" err="1"/>
              <a:t>khoản</a:t>
            </a:r>
            <a:r>
              <a:rPr lang="en-US" dirty="0"/>
              <a:t> </a:t>
            </a:r>
            <a:r>
              <a:rPr lang="en-US" dirty="0" err="1"/>
              <a:t>đầu</a:t>
            </a:r>
            <a:r>
              <a:rPr lang="en-US" dirty="0"/>
              <a:t> </a:t>
            </a:r>
            <a:r>
              <a:rPr lang="en-US" dirty="0" err="1"/>
              <a:t>tư</a:t>
            </a:r>
            <a:r>
              <a:rPr lang="en-US" dirty="0"/>
              <a:t> </a:t>
            </a:r>
            <a:r>
              <a:rPr lang="en-US" dirty="0" err="1"/>
              <a:t>mang</a:t>
            </a:r>
            <a:r>
              <a:rPr lang="en-US" dirty="0"/>
              <a:t> </a:t>
            </a:r>
            <a:r>
              <a:rPr lang="en-US" dirty="0" err="1"/>
              <a:t>lại</a:t>
            </a:r>
            <a:r>
              <a:rPr lang="en-US" dirty="0"/>
              <a:t> </a:t>
            </a:r>
            <a:r>
              <a:rPr lang="en-US" dirty="0" err="1"/>
              <a:t>hiệu</a:t>
            </a:r>
            <a:r>
              <a:rPr lang="en-US" dirty="0"/>
              <a:t> </a:t>
            </a:r>
            <a:r>
              <a:rPr lang="en-US" dirty="0" err="1"/>
              <a:t>quả</a:t>
            </a:r>
            <a:r>
              <a:rPr lang="en-US" dirty="0"/>
              <a:t> </a:t>
            </a:r>
            <a:r>
              <a:rPr lang="en-US" dirty="0" err="1"/>
              <a:t>kinh</a:t>
            </a:r>
            <a:r>
              <a:rPr lang="en-US" dirty="0"/>
              <a:t> </a:t>
            </a:r>
            <a:r>
              <a:rPr lang="en-US" dirty="0" err="1"/>
              <a:t>tế</a:t>
            </a:r>
            <a:r>
              <a:rPr lang="en-US" dirty="0"/>
              <a:t> </a:t>
            </a:r>
            <a:r>
              <a:rPr lang="en-US" dirty="0" err="1"/>
              <a:t>và</a:t>
            </a:r>
            <a:r>
              <a:rPr lang="en-US" dirty="0"/>
              <a:t> </a:t>
            </a:r>
            <a:r>
              <a:rPr lang="en-US" dirty="0" err="1"/>
              <a:t>xã</a:t>
            </a:r>
            <a:r>
              <a:rPr lang="en-US" dirty="0"/>
              <a:t> </a:t>
            </a:r>
            <a:r>
              <a:rPr lang="en-US" dirty="0" err="1"/>
              <a:t>hội</a:t>
            </a:r>
            <a:r>
              <a:rPr lang="en-US" dirty="0"/>
              <a:t> </a:t>
            </a:r>
            <a:r>
              <a:rPr lang="en-US" dirty="0" err="1"/>
              <a:t>cao</a:t>
            </a:r>
            <a:r>
              <a:rPr lang="en-US" dirty="0"/>
              <a:t> </a:t>
            </a:r>
            <a:r>
              <a:rPr lang="en-US" dirty="0" err="1"/>
              <a:t>nhất</a:t>
            </a:r>
            <a:r>
              <a:rPr lang="en-US" dirty="0"/>
              <a:t>.</a:t>
            </a:r>
          </a:p>
          <a:p>
            <a:pPr marL="0" indent="0">
              <a:buNone/>
            </a:pPr>
            <a:r>
              <a:rPr lang="en-US" dirty="0"/>
              <a:t> </a:t>
            </a:r>
          </a:p>
          <a:p>
            <a:r>
              <a:rPr lang="en-US" dirty="0" err="1"/>
              <a:t>Một</a:t>
            </a:r>
            <a:r>
              <a:rPr lang="en-US" dirty="0"/>
              <a:t> </a:t>
            </a:r>
            <a:r>
              <a:rPr lang="en-US" dirty="0" err="1"/>
              <a:t>cơ</a:t>
            </a:r>
            <a:r>
              <a:rPr lang="en-US" dirty="0"/>
              <a:t> </a:t>
            </a:r>
            <a:r>
              <a:rPr lang="en-US" dirty="0" err="1"/>
              <a:t>hội</a:t>
            </a:r>
            <a:r>
              <a:rPr lang="en-US" dirty="0"/>
              <a:t> </a:t>
            </a:r>
            <a:r>
              <a:rPr lang="en-US" dirty="0" err="1"/>
              <a:t>được</a:t>
            </a:r>
            <a:r>
              <a:rPr lang="en-US" dirty="0"/>
              <a:t> </a:t>
            </a:r>
            <a:r>
              <a:rPr lang="en-US" dirty="0" err="1"/>
              <a:t>trao</a:t>
            </a:r>
            <a:r>
              <a:rPr lang="en-US" dirty="0"/>
              <a:t> </a:t>
            </a:r>
            <a:r>
              <a:rPr lang="en-US" dirty="0" err="1"/>
              <a:t>hôm</a:t>
            </a:r>
            <a:r>
              <a:rPr lang="en-US" dirty="0"/>
              <a:t> nay </a:t>
            </a:r>
            <a:r>
              <a:rPr lang="en-US" dirty="0" err="1"/>
              <a:t>không</a:t>
            </a:r>
            <a:r>
              <a:rPr lang="en-US" dirty="0"/>
              <a:t> </a:t>
            </a:r>
            <a:r>
              <a:rPr lang="en-US" dirty="0" err="1"/>
              <a:t>chỉ</a:t>
            </a:r>
            <a:r>
              <a:rPr lang="en-US" dirty="0"/>
              <a:t> </a:t>
            </a:r>
            <a:r>
              <a:rPr lang="en-US" dirty="0" err="1"/>
              <a:t>giúp</a:t>
            </a:r>
            <a:r>
              <a:rPr lang="en-US" dirty="0"/>
              <a:t> </a:t>
            </a:r>
            <a:r>
              <a:rPr lang="en-US" dirty="0" err="1"/>
              <a:t>thay</a:t>
            </a:r>
            <a:r>
              <a:rPr lang="en-US" dirty="0"/>
              <a:t> </a:t>
            </a:r>
            <a:r>
              <a:rPr lang="en-US" dirty="0" err="1"/>
              <a:t>đổi</a:t>
            </a:r>
            <a:r>
              <a:rPr lang="en-US" dirty="0"/>
              <a:t> </a:t>
            </a:r>
            <a:r>
              <a:rPr lang="en-US" dirty="0" err="1"/>
              <a:t>cuộc</a:t>
            </a:r>
            <a:r>
              <a:rPr lang="en-US" dirty="0"/>
              <a:t> </a:t>
            </a:r>
            <a:r>
              <a:rPr lang="en-US" dirty="0" err="1"/>
              <a:t>đời</a:t>
            </a:r>
            <a:r>
              <a:rPr lang="en-US" dirty="0"/>
              <a:t> </a:t>
            </a:r>
            <a:r>
              <a:rPr lang="en-US" dirty="0" err="1"/>
              <a:t>của</a:t>
            </a:r>
            <a:r>
              <a:rPr lang="en-US" dirty="0"/>
              <a:t> </a:t>
            </a:r>
            <a:r>
              <a:rPr lang="en-US" dirty="0" err="1"/>
              <a:t>một</a:t>
            </a:r>
            <a:r>
              <a:rPr lang="en-US" dirty="0"/>
              <a:t> </a:t>
            </a:r>
            <a:r>
              <a:rPr lang="en-US" dirty="0" err="1"/>
              <a:t>nữ</a:t>
            </a:r>
            <a:r>
              <a:rPr lang="en-US" dirty="0"/>
              <a:t> </a:t>
            </a:r>
            <a:r>
              <a:rPr lang="en-US" dirty="0" err="1"/>
              <a:t>sinh</a:t>
            </a:r>
            <a:r>
              <a:rPr lang="en-US" dirty="0"/>
              <a:t> </a:t>
            </a:r>
            <a:r>
              <a:rPr lang="en-US" dirty="0" err="1"/>
              <a:t>mà</a:t>
            </a:r>
            <a:r>
              <a:rPr lang="en-US" dirty="0"/>
              <a:t> </a:t>
            </a:r>
            <a:r>
              <a:rPr lang="en-US" dirty="0" err="1"/>
              <a:t>còn</a:t>
            </a:r>
            <a:r>
              <a:rPr lang="en-US" dirty="0"/>
              <a:t> </a:t>
            </a:r>
            <a:r>
              <a:rPr lang="en-US" dirty="0" err="1"/>
              <a:t>tạo</a:t>
            </a:r>
            <a:r>
              <a:rPr lang="en-US" dirty="0"/>
              <a:t> </a:t>
            </a:r>
            <a:r>
              <a:rPr lang="en-US" dirty="0" err="1"/>
              <a:t>ra</a:t>
            </a:r>
            <a:r>
              <a:rPr lang="en-US" dirty="0"/>
              <a:t> </a:t>
            </a:r>
            <a:r>
              <a:rPr lang="en-US" dirty="0" err="1"/>
              <a:t>những</a:t>
            </a:r>
            <a:r>
              <a:rPr lang="en-US" dirty="0"/>
              <a:t> </a:t>
            </a:r>
            <a:r>
              <a:rPr lang="en-US" dirty="0" err="1"/>
              <a:t>tác</a:t>
            </a:r>
            <a:r>
              <a:rPr lang="en-US" dirty="0"/>
              <a:t> </a:t>
            </a:r>
            <a:r>
              <a:rPr lang="en-US" dirty="0" err="1"/>
              <a:t>động</a:t>
            </a:r>
            <a:r>
              <a:rPr lang="en-US" dirty="0"/>
              <a:t> </a:t>
            </a:r>
            <a:r>
              <a:rPr lang="en-US" dirty="0" err="1"/>
              <a:t>tích</a:t>
            </a:r>
            <a:r>
              <a:rPr lang="en-US" dirty="0"/>
              <a:t> </a:t>
            </a:r>
            <a:r>
              <a:rPr lang="en-US" dirty="0" err="1"/>
              <a:t>cực</a:t>
            </a:r>
            <a:r>
              <a:rPr lang="en-US" dirty="0"/>
              <a:t> </a:t>
            </a:r>
            <a:r>
              <a:rPr lang="en-US" dirty="0" err="1"/>
              <a:t>cho</a:t>
            </a:r>
            <a:r>
              <a:rPr lang="en-US" dirty="0"/>
              <a:t> </a:t>
            </a:r>
            <a:r>
              <a:rPr lang="en-US" dirty="0" err="1"/>
              <a:t>gia</a:t>
            </a:r>
            <a:r>
              <a:rPr lang="en-US" dirty="0"/>
              <a:t> </a:t>
            </a:r>
            <a:r>
              <a:rPr lang="en-US" dirty="0" err="1"/>
              <a:t>đình</a:t>
            </a:r>
            <a:r>
              <a:rPr lang="en-US" dirty="0"/>
              <a:t>, </a:t>
            </a:r>
            <a:r>
              <a:rPr lang="en-US" dirty="0" err="1"/>
              <a:t>cộng</a:t>
            </a:r>
            <a:r>
              <a:rPr lang="en-US" dirty="0"/>
              <a:t> </a:t>
            </a:r>
            <a:r>
              <a:rPr lang="en-US" dirty="0" err="1"/>
              <a:t>đồng</a:t>
            </a:r>
            <a:r>
              <a:rPr lang="en-US" dirty="0"/>
              <a:t> </a:t>
            </a:r>
            <a:r>
              <a:rPr lang="en-US" dirty="0" err="1"/>
              <a:t>và</a:t>
            </a:r>
            <a:r>
              <a:rPr lang="en-US" dirty="0"/>
              <a:t> </a:t>
            </a:r>
            <a:r>
              <a:rPr lang="en-US" dirty="0" err="1"/>
              <a:t>thế</a:t>
            </a:r>
            <a:r>
              <a:rPr lang="en-US" dirty="0"/>
              <a:t> </a:t>
            </a:r>
            <a:r>
              <a:rPr lang="en-US" dirty="0" err="1"/>
              <a:t>hệ</a:t>
            </a:r>
            <a:r>
              <a:rPr lang="en-US" dirty="0"/>
              <a:t> </a:t>
            </a:r>
            <a:r>
              <a:rPr lang="en-US" dirty="0" err="1"/>
              <a:t>tiếp</a:t>
            </a:r>
            <a:r>
              <a:rPr lang="en-US" dirty="0"/>
              <a:t> </a:t>
            </a:r>
            <a:r>
              <a:rPr lang="en-US" dirty="0" err="1"/>
              <a:t>theo.</a:t>
            </a:r>
            <a:endParaRPr lang="en-US" dirty="0"/>
          </a:p>
        </p:txBody>
      </p:sp>
    </p:spTree>
    <p:extLst>
      <p:ext uri="{BB962C8B-B14F-4D97-AF65-F5344CB8AC3E}">
        <p14:creationId xmlns:p14="http://schemas.microsoft.com/office/powerpoint/2010/main" val="2725471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79E76A6-DE90-6195-C27A-5368C4F665A5}"/>
              </a:ext>
            </a:extLst>
          </p:cNvPr>
          <p:cNvSpPr txBox="1">
            <a:spLocks/>
          </p:cNvSpPr>
          <p:nvPr/>
        </p:nvSpPr>
        <p:spPr>
          <a:xfrm>
            <a:off x="755891" y="245937"/>
            <a:ext cx="1801779" cy="509437"/>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1500" b="1" dirty="0"/>
              <a:t>Chương</a:t>
            </a:r>
            <a:r>
              <a:rPr lang="en-US" sz="1500" b="1" dirty="0"/>
              <a:t> </a:t>
            </a:r>
            <a:r>
              <a:rPr lang="en-US" sz="1500" b="1" dirty="0" err="1"/>
              <a:t>trình</a:t>
            </a:r>
            <a:endParaRPr lang="en-US" sz="1500" b="1" dirty="0"/>
          </a:p>
        </p:txBody>
      </p:sp>
      <p:pic>
        <p:nvPicPr>
          <p:cNvPr id="9" name="Picture 8" descr="The image illustrates a Vietnamese text discussing the process of selecting women for medical specialization, emphasizing the high qualifications and specialized training required.&#10;&#10;AI-generated content may be incorrect.">
            <a:extLst>
              <a:ext uri="{FF2B5EF4-FFF2-40B4-BE49-F238E27FC236}">
                <a16:creationId xmlns:a16="http://schemas.microsoft.com/office/drawing/2014/main" id="{03CF54BA-E22B-2FF4-F730-00075A17C0A5}"/>
              </a:ext>
            </a:extLst>
          </p:cNvPr>
          <p:cNvPicPr>
            <a:picLocks noChangeAspect="1"/>
          </p:cNvPicPr>
          <p:nvPr/>
        </p:nvPicPr>
        <p:blipFill>
          <a:blip r:embed="rId2"/>
          <a:stretch>
            <a:fillRect/>
          </a:stretch>
        </p:blipFill>
        <p:spPr>
          <a:xfrm>
            <a:off x="2465422" y="90270"/>
            <a:ext cx="3219762" cy="4511768"/>
          </a:xfrm>
          <a:prstGeom prst="rect">
            <a:avLst/>
          </a:prstGeom>
        </p:spPr>
      </p:pic>
      <p:pic>
        <p:nvPicPr>
          <p:cNvPr id="11" name="Picture 10" descr="The image describes a Vietnamese online course offering with a tiered pricing structure, starting from $400 to $1,000 per year, and includes various promotions such as discounts, promotions, and additional services.&#10;&#10;AI-generated content may be incorrect.">
            <a:extLst>
              <a:ext uri="{FF2B5EF4-FFF2-40B4-BE49-F238E27FC236}">
                <a16:creationId xmlns:a16="http://schemas.microsoft.com/office/drawing/2014/main" id="{FF29B193-D9A8-D64D-D8D0-9DFF8D36FAD8}"/>
              </a:ext>
            </a:extLst>
          </p:cNvPr>
          <p:cNvPicPr>
            <a:picLocks noChangeAspect="1"/>
          </p:cNvPicPr>
          <p:nvPr/>
        </p:nvPicPr>
        <p:blipFill>
          <a:blip r:embed="rId3"/>
          <a:stretch>
            <a:fillRect/>
          </a:stretch>
        </p:blipFill>
        <p:spPr>
          <a:xfrm>
            <a:off x="2465422" y="4745067"/>
            <a:ext cx="3107117" cy="1519954"/>
          </a:xfrm>
          <a:prstGeom prst="rect">
            <a:avLst/>
          </a:prstGeom>
        </p:spPr>
      </p:pic>
      <p:sp>
        <p:nvSpPr>
          <p:cNvPr id="12" name="Title 1">
            <a:extLst>
              <a:ext uri="{FF2B5EF4-FFF2-40B4-BE49-F238E27FC236}">
                <a16:creationId xmlns:a16="http://schemas.microsoft.com/office/drawing/2014/main" id="{7506F8AB-6D96-F77D-BF88-5BCEEB8E6398}"/>
              </a:ext>
            </a:extLst>
          </p:cNvPr>
          <p:cNvSpPr>
            <a:spLocks noGrp="1"/>
          </p:cNvSpPr>
          <p:nvPr>
            <p:ph type="title"/>
          </p:nvPr>
        </p:nvSpPr>
        <p:spPr>
          <a:xfrm>
            <a:off x="665031" y="1080743"/>
            <a:ext cx="2282687" cy="1325563"/>
          </a:xfrm>
        </p:spPr>
        <p:txBody>
          <a:bodyPr/>
          <a:lstStyle/>
          <a:p>
            <a:r>
              <a:rPr lang="en-US" dirty="0" err="1"/>
              <a:t>Phần</a:t>
            </a:r>
            <a:r>
              <a:rPr lang="en-US" dirty="0"/>
              <a:t> 1</a:t>
            </a:r>
          </a:p>
        </p:txBody>
      </p:sp>
      <p:sp>
        <p:nvSpPr>
          <p:cNvPr id="15" name="Speech Bubble: Rectangle 14">
            <a:extLst>
              <a:ext uri="{FF2B5EF4-FFF2-40B4-BE49-F238E27FC236}">
                <a16:creationId xmlns:a16="http://schemas.microsoft.com/office/drawing/2014/main" id="{2F0C21F0-1411-ED35-6271-023AFAFFE2B0}"/>
              </a:ext>
            </a:extLst>
          </p:cNvPr>
          <p:cNvSpPr/>
          <p:nvPr/>
        </p:nvSpPr>
        <p:spPr>
          <a:xfrm>
            <a:off x="6880860" y="3078480"/>
            <a:ext cx="4617720" cy="2598420"/>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pP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Trong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thời</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gian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chưa</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nhận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hồ</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sơ</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mình</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muốn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hiển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thị</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theo</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phương</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án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nào</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ạ?</a:t>
            </a: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Phương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án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1: Hiển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thị</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một</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dòng</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thông</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báo</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về</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thời</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gian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dự</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kiến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mở</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đơn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-&gt;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Chọn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option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này</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nhe</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em</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Hiển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thị</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thông</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báo</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Chương</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trình</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hiện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chưa</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có</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tuyển</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sinh</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kern="100" dirty="0" err="1">
                <a:solidFill>
                  <a:schemeClr val="bg1"/>
                </a:solidFill>
                <a:latin typeface="Aptos" panose="020B0004020202020204" pitchFamily="34" charset="0"/>
                <a:ea typeface="Aptos" panose="020B0004020202020204" pitchFamily="34" charset="0"/>
                <a:cs typeface="Times New Roman" panose="02020603050405020304" pitchFamily="18" charset="0"/>
              </a:rPr>
              <a:t>mới</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a:t>
            </a:r>
          </a:p>
          <a:p>
            <a:pPr algn="ctr"/>
            <a:endParaRPr lang="en-US" dirty="0">
              <a:solidFill>
                <a:schemeClr val="bg1"/>
              </a:solidFill>
            </a:endParaRPr>
          </a:p>
        </p:txBody>
      </p:sp>
    </p:spTree>
    <p:extLst>
      <p:ext uri="{BB962C8B-B14F-4D97-AF65-F5344CB8AC3E}">
        <p14:creationId xmlns:p14="http://schemas.microsoft.com/office/powerpoint/2010/main" val="340913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C0F54-CB56-C8A6-DC0C-C35E4F1C9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C8D72-5BCC-BFB4-5349-B91F144C7F4B}"/>
              </a:ext>
            </a:extLst>
          </p:cNvPr>
          <p:cNvSpPr>
            <a:spLocks noGrp="1"/>
          </p:cNvSpPr>
          <p:nvPr>
            <p:ph type="title"/>
          </p:nvPr>
        </p:nvSpPr>
        <p:spPr>
          <a:xfrm>
            <a:off x="943327" y="1266273"/>
            <a:ext cx="2282687" cy="1325563"/>
          </a:xfrm>
        </p:spPr>
        <p:txBody>
          <a:bodyPr/>
          <a:lstStyle/>
          <a:p>
            <a:r>
              <a:rPr lang="en-US" dirty="0" err="1"/>
              <a:t>Phần</a:t>
            </a:r>
            <a:r>
              <a:rPr lang="en-US" dirty="0"/>
              <a:t> 2</a:t>
            </a:r>
          </a:p>
        </p:txBody>
      </p:sp>
      <p:sp>
        <p:nvSpPr>
          <p:cNvPr id="3" name="Content Placeholder 2">
            <a:extLst>
              <a:ext uri="{FF2B5EF4-FFF2-40B4-BE49-F238E27FC236}">
                <a16:creationId xmlns:a16="http://schemas.microsoft.com/office/drawing/2014/main" id="{2B20A9B8-0A48-735A-A1BD-71B70E49C838}"/>
              </a:ext>
            </a:extLst>
          </p:cNvPr>
          <p:cNvSpPr>
            <a:spLocks noGrp="1"/>
          </p:cNvSpPr>
          <p:nvPr>
            <p:ph idx="1"/>
          </p:nvPr>
        </p:nvSpPr>
        <p:spPr>
          <a:xfrm>
            <a:off x="3309729" y="1554992"/>
            <a:ext cx="5980043" cy="1036844"/>
          </a:xfrm>
        </p:spPr>
        <p:txBody>
          <a:bodyPr>
            <a:normAutofit/>
          </a:bodyPr>
          <a:lstStyle/>
          <a:p>
            <a:pPr marL="0" indent="0">
              <a:buNone/>
            </a:pPr>
            <a:r>
              <a:rPr lang="en-US" dirty="0"/>
              <a:t>CHƯƠNG TRÌNH GẠO YÊU THƯƠNG</a:t>
            </a:r>
          </a:p>
          <a:p>
            <a:r>
              <a:rPr lang="en-US" dirty="0" err="1"/>
              <a:t>Đang</a:t>
            </a:r>
            <a:r>
              <a:rPr lang="en-US" dirty="0"/>
              <a:t> </a:t>
            </a:r>
            <a:r>
              <a:rPr lang="en-US" dirty="0" err="1"/>
              <a:t>cập</a:t>
            </a:r>
            <a:r>
              <a:rPr lang="en-US" dirty="0"/>
              <a:t> </a:t>
            </a:r>
            <a:r>
              <a:rPr lang="en-US" dirty="0" err="1"/>
              <a:t>nhật</a:t>
            </a:r>
            <a:r>
              <a:rPr lang="en-US" dirty="0"/>
              <a:t>/ Coming soon</a:t>
            </a:r>
          </a:p>
        </p:txBody>
      </p:sp>
      <p:sp>
        <p:nvSpPr>
          <p:cNvPr id="6" name="Content Placeholder 2">
            <a:extLst>
              <a:ext uri="{FF2B5EF4-FFF2-40B4-BE49-F238E27FC236}">
                <a16:creationId xmlns:a16="http://schemas.microsoft.com/office/drawing/2014/main" id="{7A2DC8D4-0872-0A96-A339-0BD7AC9CA34C}"/>
              </a:ext>
            </a:extLst>
          </p:cNvPr>
          <p:cNvSpPr txBox="1">
            <a:spLocks/>
          </p:cNvSpPr>
          <p:nvPr/>
        </p:nvSpPr>
        <p:spPr>
          <a:xfrm>
            <a:off x="755891" y="245937"/>
            <a:ext cx="1801779" cy="509437"/>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1500" b="1" dirty="0"/>
              <a:t>Chương</a:t>
            </a:r>
            <a:r>
              <a:rPr lang="en-US" sz="1500" b="1" dirty="0"/>
              <a:t> </a:t>
            </a:r>
            <a:r>
              <a:rPr lang="en-US" sz="1500" b="1" dirty="0" err="1"/>
              <a:t>trình</a:t>
            </a:r>
            <a:endParaRPr lang="en-US" sz="1500" b="1" dirty="0"/>
          </a:p>
        </p:txBody>
      </p:sp>
    </p:spTree>
    <p:extLst>
      <p:ext uri="{BB962C8B-B14F-4D97-AF65-F5344CB8AC3E}">
        <p14:creationId xmlns:p14="http://schemas.microsoft.com/office/powerpoint/2010/main" val="3758185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61453-F202-712D-43EC-46FF8926AE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73E78B-EF31-5626-CDCC-B4EA253A8428}"/>
              </a:ext>
            </a:extLst>
          </p:cNvPr>
          <p:cNvSpPr txBox="1">
            <a:spLocks/>
          </p:cNvSpPr>
          <p:nvPr/>
        </p:nvSpPr>
        <p:spPr>
          <a:xfrm>
            <a:off x="804937" y="219334"/>
            <a:ext cx="2183428" cy="370388"/>
          </a:xfrm>
          <a:prstGeom prst="rect">
            <a:avLst/>
          </a:prstGeom>
          <a:solidFill>
            <a:schemeClr val="accent2">
              <a:lumMod val="60000"/>
              <a:lumOff val="4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err="1"/>
              <a:t>Câu</a:t>
            </a:r>
            <a:r>
              <a:rPr lang="en-US" sz="1500" b="1" dirty="0"/>
              <a:t> </a:t>
            </a:r>
            <a:r>
              <a:rPr lang="en-US" sz="1500" b="1" dirty="0" err="1"/>
              <a:t>chuyện</a:t>
            </a:r>
            <a:r>
              <a:rPr lang="en-US" sz="1500" b="1" dirty="0"/>
              <a:t>/ Stories</a:t>
            </a:r>
          </a:p>
        </p:txBody>
      </p:sp>
      <p:pic>
        <p:nvPicPr>
          <p:cNvPr id="5" name="Picture 4" descr="The image depicts a Vietnamese text that describes the various roles and effects of the three virtues: benevolence, righteousness, and sincerity in achieving success and perfection.&#10;&#10;AI-generated content may be incorrect.">
            <a:extLst>
              <a:ext uri="{FF2B5EF4-FFF2-40B4-BE49-F238E27FC236}">
                <a16:creationId xmlns:a16="http://schemas.microsoft.com/office/drawing/2014/main" id="{89ADE433-4C15-A2F4-88F6-A9A700D76716}"/>
              </a:ext>
            </a:extLst>
          </p:cNvPr>
          <p:cNvPicPr>
            <a:picLocks noChangeAspect="1"/>
          </p:cNvPicPr>
          <p:nvPr/>
        </p:nvPicPr>
        <p:blipFill>
          <a:blip r:embed="rId2"/>
          <a:stretch>
            <a:fillRect/>
          </a:stretch>
        </p:blipFill>
        <p:spPr>
          <a:xfrm>
            <a:off x="1032464" y="1900548"/>
            <a:ext cx="3911801" cy="1320868"/>
          </a:xfrm>
          <a:prstGeom prst="rect">
            <a:avLst/>
          </a:prstGeom>
        </p:spPr>
      </p:pic>
    </p:spTree>
    <p:extLst>
      <p:ext uri="{BB962C8B-B14F-4D97-AF65-F5344CB8AC3E}">
        <p14:creationId xmlns:p14="http://schemas.microsoft.com/office/powerpoint/2010/main" val="2089535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1A5D6-0A16-3AD4-CCDF-1BE386E804B4}"/>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2057AFA-EB61-5115-DC74-D5749D78888A}"/>
              </a:ext>
            </a:extLst>
          </p:cNvPr>
          <p:cNvSpPr txBox="1">
            <a:spLocks/>
          </p:cNvSpPr>
          <p:nvPr/>
        </p:nvSpPr>
        <p:spPr>
          <a:xfrm>
            <a:off x="955262" y="404961"/>
            <a:ext cx="2258390" cy="423300"/>
          </a:xfrm>
          <a:prstGeom prst="rect">
            <a:avLst/>
          </a:prstGeom>
          <a:solidFill>
            <a:schemeClr val="accent4">
              <a:lumMod val="60000"/>
              <a:lumOff val="4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dirty="0"/>
              <a:t>Tin </a:t>
            </a:r>
            <a:r>
              <a:rPr lang="en-US" sz="1500" dirty="0" err="1"/>
              <a:t>tức</a:t>
            </a:r>
            <a:r>
              <a:rPr lang="en-US" sz="1500" dirty="0"/>
              <a:t>/ News</a:t>
            </a:r>
          </a:p>
        </p:txBody>
      </p:sp>
      <p:sp>
        <p:nvSpPr>
          <p:cNvPr id="6" name="Content Placeholder 2">
            <a:extLst>
              <a:ext uri="{FF2B5EF4-FFF2-40B4-BE49-F238E27FC236}">
                <a16:creationId xmlns:a16="http://schemas.microsoft.com/office/drawing/2014/main" id="{E915B137-BEC1-FEF3-644D-AE7511F2AC64}"/>
              </a:ext>
            </a:extLst>
          </p:cNvPr>
          <p:cNvSpPr>
            <a:spLocks noGrp="1"/>
          </p:cNvSpPr>
          <p:nvPr>
            <p:ph idx="1"/>
          </p:nvPr>
        </p:nvSpPr>
        <p:spPr>
          <a:xfrm>
            <a:off x="1215886" y="1739486"/>
            <a:ext cx="5980043" cy="1036844"/>
          </a:xfrm>
        </p:spPr>
        <p:txBody>
          <a:bodyPr/>
          <a:lstStyle/>
          <a:p>
            <a:r>
              <a:rPr lang="en-US" dirty="0" err="1"/>
              <a:t>Đang</a:t>
            </a:r>
            <a:r>
              <a:rPr lang="en-US" dirty="0"/>
              <a:t> </a:t>
            </a:r>
            <a:r>
              <a:rPr lang="en-US" dirty="0" err="1"/>
              <a:t>cập</a:t>
            </a:r>
            <a:r>
              <a:rPr lang="en-US" dirty="0"/>
              <a:t> </a:t>
            </a:r>
            <a:r>
              <a:rPr lang="en-US" dirty="0" err="1"/>
              <a:t>nhật</a:t>
            </a:r>
            <a:r>
              <a:rPr lang="en-US" dirty="0"/>
              <a:t>/ Coming soon</a:t>
            </a:r>
          </a:p>
        </p:txBody>
      </p:sp>
      <p:sp>
        <p:nvSpPr>
          <p:cNvPr id="7" name="Speech Bubble: Rectangle 6">
            <a:extLst>
              <a:ext uri="{FF2B5EF4-FFF2-40B4-BE49-F238E27FC236}">
                <a16:creationId xmlns:a16="http://schemas.microsoft.com/office/drawing/2014/main" id="{9E77E16F-EAE3-7020-703F-27AA613FA831}"/>
              </a:ext>
            </a:extLst>
          </p:cNvPr>
          <p:cNvSpPr/>
          <p:nvPr/>
        </p:nvSpPr>
        <p:spPr>
          <a:xfrm>
            <a:off x="6606540" y="1287780"/>
            <a:ext cx="5036820" cy="177377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1400" dirty="0" err="1"/>
              <a:t>Mình</a:t>
            </a:r>
            <a:r>
              <a:rPr lang="en-US" sz="1400" dirty="0"/>
              <a:t> </a:t>
            </a:r>
            <a:r>
              <a:rPr lang="en-US" sz="1400" dirty="0" err="1"/>
              <a:t>sẽ</a:t>
            </a:r>
            <a:r>
              <a:rPr lang="en-US" sz="1400" dirty="0"/>
              <a:t> </a:t>
            </a:r>
            <a:r>
              <a:rPr lang="en-US" sz="1400" dirty="0" err="1"/>
              <a:t>lấy</a:t>
            </a:r>
            <a:r>
              <a:rPr lang="en-US" sz="1400" dirty="0"/>
              <a:t> </a:t>
            </a:r>
            <a:r>
              <a:rPr lang="en-US" sz="1400" dirty="0" err="1"/>
              <a:t>một</a:t>
            </a:r>
            <a:r>
              <a:rPr lang="en-US" sz="1400" dirty="0"/>
              <a:t> </a:t>
            </a:r>
            <a:r>
              <a:rPr lang="en-US" sz="1400" dirty="0" err="1"/>
              <a:t>số</a:t>
            </a:r>
            <a:r>
              <a:rPr lang="en-US" sz="1400" dirty="0"/>
              <a:t> </a:t>
            </a:r>
            <a:r>
              <a:rPr lang="en-US" sz="1400" dirty="0" err="1"/>
              <a:t>nội</a:t>
            </a:r>
            <a:r>
              <a:rPr lang="en-US" sz="1400" dirty="0"/>
              <a:t> dung </a:t>
            </a:r>
            <a:r>
              <a:rPr lang="en-US" sz="1400" dirty="0" err="1"/>
              <a:t>trên</a:t>
            </a:r>
            <a:r>
              <a:rPr lang="en-US" sz="1400" dirty="0"/>
              <a:t> fb </a:t>
            </a:r>
            <a:r>
              <a:rPr lang="en-US" sz="1400" dirty="0" err="1"/>
              <a:t>để</a:t>
            </a:r>
            <a:r>
              <a:rPr lang="en-US" sz="1400" dirty="0"/>
              <a:t> </a:t>
            </a:r>
            <a:r>
              <a:rPr lang="en-US" sz="1400" dirty="0" err="1"/>
              <a:t>đưa</a:t>
            </a:r>
            <a:r>
              <a:rPr lang="en-US" sz="1400" dirty="0"/>
              <a:t> </a:t>
            </a:r>
            <a:r>
              <a:rPr lang="en-US" sz="1400" dirty="0" err="1"/>
              <a:t>vào</a:t>
            </a:r>
            <a:r>
              <a:rPr lang="en-US" sz="1400" dirty="0"/>
              <a:t> </a:t>
            </a:r>
            <a:r>
              <a:rPr lang="en-US" sz="1400" dirty="0" err="1"/>
              <a:t>đây</a:t>
            </a:r>
            <a:r>
              <a:rPr lang="en-US" sz="1400" dirty="0"/>
              <a:t>:</a:t>
            </a:r>
          </a:p>
          <a:p>
            <a:pPr lvl="2"/>
            <a:r>
              <a:rPr lang="en-US" sz="1400" dirty="0" err="1"/>
              <a:t>Thăm</a:t>
            </a:r>
            <a:r>
              <a:rPr lang="en-US" sz="1400" dirty="0"/>
              <a:t> </a:t>
            </a:r>
            <a:r>
              <a:rPr lang="en-US" sz="1400" dirty="0" err="1"/>
              <a:t>ngân</a:t>
            </a:r>
            <a:r>
              <a:rPr lang="en-US" sz="1400" dirty="0"/>
              <a:t> hang Standard </a:t>
            </a:r>
            <a:r>
              <a:rPr lang="en-US" sz="1400" dirty="0" err="1"/>
              <a:t>charterd</a:t>
            </a:r>
            <a:r>
              <a:rPr lang="en-US" sz="1400" dirty="0"/>
              <a:t> bank</a:t>
            </a:r>
          </a:p>
          <a:p>
            <a:pPr lvl="2"/>
            <a:r>
              <a:rPr lang="en-US" sz="1400" dirty="0"/>
              <a:t>Tham </a:t>
            </a:r>
            <a:r>
              <a:rPr lang="en-US" sz="1400" dirty="0" err="1"/>
              <a:t>dự</a:t>
            </a:r>
            <a:r>
              <a:rPr lang="en-US" sz="1400" dirty="0"/>
              <a:t> U-GO summit ở </a:t>
            </a:r>
            <a:r>
              <a:rPr lang="en-US" sz="1400" dirty="0" err="1"/>
              <a:t>các</a:t>
            </a:r>
            <a:r>
              <a:rPr lang="en-US" sz="1400" dirty="0"/>
              <a:t> </a:t>
            </a:r>
            <a:r>
              <a:rPr lang="en-US" sz="1400" dirty="0" err="1"/>
              <a:t>nước</a:t>
            </a:r>
            <a:endParaRPr lang="en-US" sz="1400" dirty="0"/>
          </a:p>
          <a:p>
            <a:pPr lvl="2"/>
            <a:r>
              <a:rPr lang="en-US" sz="1400" dirty="0" err="1"/>
              <a:t>Lễ</a:t>
            </a:r>
            <a:r>
              <a:rPr lang="en-US" sz="1400" dirty="0"/>
              <a:t> </a:t>
            </a:r>
            <a:r>
              <a:rPr lang="en-US" sz="1400" dirty="0" err="1"/>
              <a:t>phát</a:t>
            </a:r>
            <a:r>
              <a:rPr lang="en-US" sz="1400" dirty="0"/>
              <a:t> </a:t>
            </a:r>
            <a:r>
              <a:rPr lang="en-US" sz="1400" dirty="0" err="1"/>
              <a:t>học</a:t>
            </a:r>
            <a:r>
              <a:rPr lang="en-US" sz="1400" dirty="0"/>
              <a:t> </a:t>
            </a:r>
            <a:r>
              <a:rPr lang="en-US" sz="1400" dirty="0" err="1"/>
              <a:t>bổng</a:t>
            </a:r>
            <a:r>
              <a:rPr lang="en-US" sz="1400" dirty="0"/>
              <a:t> (</a:t>
            </a:r>
            <a:r>
              <a:rPr lang="en-US" sz="1400" dirty="0" err="1"/>
              <a:t>các</a:t>
            </a:r>
            <a:r>
              <a:rPr lang="en-US" sz="1400" dirty="0"/>
              <a:t> </a:t>
            </a:r>
            <a:r>
              <a:rPr lang="en-US" sz="1400" dirty="0" err="1"/>
              <a:t>từ</a:t>
            </a:r>
            <a:r>
              <a:rPr lang="en-US" sz="1400" dirty="0"/>
              <a:t> </a:t>
            </a:r>
            <a:r>
              <a:rPr lang="en-US" sz="1400" dirty="0" err="1"/>
              <a:t>năm</a:t>
            </a:r>
            <a:r>
              <a:rPr lang="en-US" sz="1400" dirty="0"/>
              <a:t> 2026 </a:t>
            </a:r>
            <a:r>
              <a:rPr lang="en-US" sz="1400" dirty="0" err="1"/>
              <a:t>trở</a:t>
            </a:r>
            <a:r>
              <a:rPr lang="en-US" sz="1400" dirty="0"/>
              <a:t> </a:t>
            </a:r>
            <a:r>
              <a:rPr lang="en-US" sz="1400" dirty="0" err="1"/>
              <a:t>đi</a:t>
            </a:r>
            <a:r>
              <a:rPr lang="en-US" sz="1400" dirty="0"/>
              <a:t>…)</a:t>
            </a:r>
          </a:p>
          <a:p>
            <a:pPr lvl="2"/>
            <a:r>
              <a:rPr lang="en-US" sz="1400" dirty="0"/>
              <a:t>Các </a:t>
            </a:r>
            <a:r>
              <a:rPr lang="en-US" sz="1400" dirty="0" err="1"/>
              <a:t>buổi</a:t>
            </a:r>
            <a:r>
              <a:rPr lang="en-US" sz="1400" dirty="0"/>
              <a:t> workshop</a:t>
            </a:r>
          </a:p>
          <a:p>
            <a:pPr algn="ctr"/>
            <a:endParaRPr lang="en-US" sz="1400" dirty="0"/>
          </a:p>
        </p:txBody>
      </p:sp>
      <p:pic>
        <p:nvPicPr>
          <p:cNvPr id="8" name="Picture 7" descr="The image shows a webpage layout for U-GO, featuring a July 2026 newsletter announcement, a map of travel itinerary, and a schedule for the Global Summit and Investor Appreciation Night.&#10;&#10;AI-generated content may be incorrect.">
            <a:extLst>
              <a:ext uri="{FF2B5EF4-FFF2-40B4-BE49-F238E27FC236}">
                <a16:creationId xmlns:a16="http://schemas.microsoft.com/office/drawing/2014/main" id="{EE0C4338-B021-DF8E-A330-8765F95042CD}"/>
              </a:ext>
            </a:extLst>
          </p:cNvPr>
          <p:cNvPicPr>
            <a:picLocks noChangeAspect="1"/>
          </p:cNvPicPr>
          <p:nvPr/>
        </p:nvPicPr>
        <p:blipFill>
          <a:blip r:embed="rId2"/>
          <a:stretch>
            <a:fillRect/>
          </a:stretch>
        </p:blipFill>
        <p:spPr>
          <a:xfrm>
            <a:off x="1360805" y="2776330"/>
            <a:ext cx="6119133" cy="3857515"/>
          </a:xfrm>
          <a:prstGeom prst="rect">
            <a:avLst/>
          </a:prstGeom>
        </p:spPr>
      </p:pic>
    </p:spTree>
    <p:extLst>
      <p:ext uri="{BB962C8B-B14F-4D97-AF65-F5344CB8AC3E}">
        <p14:creationId xmlns:p14="http://schemas.microsoft.com/office/powerpoint/2010/main" val="2091358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07002-4929-BE04-2160-A2DD765B7C52}"/>
              </a:ext>
            </a:extLst>
          </p:cNvPr>
          <p:cNvSpPr>
            <a:spLocks noGrp="1"/>
          </p:cNvSpPr>
          <p:nvPr>
            <p:ph idx="1"/>
          </p:nvPr>
        </p:nvSpPr>
        <p:spPr>
          <a:xfrm>
            <a:off x="838200" y="1083503"/>
            <a:ext cx="5363817" cy="5555836"/>
          </a:xfrm>
        </p:spPr>
        <p:txBody>
          <a:bodyPr>
            <a:normAutofit fontScale="55000" lnSpcReduction="20000"/>
          </a:bodyPr>
          <a:lstStyle/>
          <a:p>
            <a:pPr marL="0" indent="0">
              <a:buNone/>
            </a:pPr>
            <a:r>
              <a:rPr lang="en-US" b="1" dirty="0"/>
              <a:t>ĐỒNG HÀNH CÙNG CHÚNG TÔI  [TO GET INVOLED]</a:t>
            </a:r>
            <a:endParaRPr lang="en-US" dirty="0"/>
          </a:p>
          <a:p>
            <a:pPr marL="0" indent="0">
              <a:buNone/>
            </a:pPr>
            <a:r>
              <a:rPr lang="en-US" b="1" dirty="0" err="1"/>
              <a:t>Ứng</a:t>
            </a:r>
            <a:r>
              <a:rPr lang="en-US" b="1" dirty="0"/>
              <a:t> </a:t>
            </a:r>
            <a:r>
              <a:rPr lang="en-US" b="1" dirty="0" err="1"/>
              <a:t>tuyển</a:t>
            </a:r>
            <a:r>
              <a:rPr lang="en-US" b="1" dirty="0"/>
              <a:t> </a:t>
            </a:r>
            <a:r>
              <a:rPr lang="en-US" b="1" dirty="0" err="1"/>
              <a:t>học</a:t>
            </a:r>
            <a:r>
              <a:rPr lang="en-US" b="1" dirty="0"/>
              <a:t> </a:t>
            </a:r>
            <a:r>
              <a:rPr lang="en-US" b="1" dirty="0" err="1"/>
              <a:t>bổng</a:t>
            </a:r>
            <a:endParaRPr lang="en-US" dirty="0"/>
          </a:p>
          <a:p>
            <a:r>
              <a:rPr lang="en-US" dirty="0" err="1"/>
              <a:t>Bạn</a:t>
            </a:r>
            <a:r>
              <a:rPr lang="en-US" dirty="0"/>
              <a:t> </a:t>
            </a:r>
            <a:r>
              <a:rPr lang="en-US" dirty="0" err="1"/>
              <a:t>là</a:t>
            </a:r>
            <a:r>
              <a:rPr lang="en-US" dirty="0"/>
              <a:t> </a:t>
            </a:r>
            <a:r>
              <a:rPr lang="en-US" dirty="0" err="1"/>
              <a:t>nữ</a:t>
            </a:r>
            <a:r>
              <a:rPr lang="en-US" dirty="0"/>
              <a:t> </a:t>
            </a:r>
            <a:r>
              <a:rPr lang="en-US" dirty="0" err="1"/>
              <a:t>sinh</a:t>
            </a:r>
            <a:r>
              <a:rPr lang="en-US" dirty="0"/>
              <a:t> </a:t>
            </a:r>
            <a:r>
              <a:rPr lang="en-US" dirty="0" err="1"/>
              <a:t>đại</a:t>
            </a:r>
            <a:r>
              <a:rPr lang="en-US" dirty="0"/>
              <a:t> </a:t>
            </a:r>
            <a:r>
              <a:rPr lang="en-US" dirty="0" err="1"/>
              <a:t>học</a:t>
            </a:r>
            <a:r>
              <a:rPr lang="en-US" dirty="0"/>
              <a:t> </a:t>
            </a:r>
            <a:r>
              <a:rPr lang="en-US" dirty="0" err="1"/>
              <a:t>có</a:t>
            </a:r>
            <a:r>
              <a:rPr lang="en-US" dirty="0"/>
              <a:t> </a:t>
            </a:r>
            <a:r>
              <a:rPr lang="en-US" dirty="0" err="1"/>
              <a:t>hoàn</a:t>
            </a:r>
            <a:r>
              <a:rPr lang="en-US" dirty="0"/>
              <a:t> </a:t>
            </a:r>
            <a:r>
              <a:rPr lang="en-US" dirty="0" err="1"/>
              <a:t>cảnh</a:t>
            </a:r>
            <a:r>
              <a:rPr lang="en-US" dirty="0"/>
              <a:t> </a:t>
            </a:r>
            <a:r>
              <a:rPr lang="en-US" dirty="0" err="1"/>
              <a:t>khó</a:t>
            </a:r>
            <a:r>
              <a:rPr lang="en-US" dirty="0"/>
              <a:t> </a:t>
            </a:r>
            <a:r>
              <a:rPr lang="en-US" dirty="0" err="1"/>
              <a:t>khăn</a:t>
            </a:r>
            <a:r>
              <a:rPr lang="en-US" dirty="0"/>
              <a:t>, </a:t>
            </a:r>
            <a:r>
              <a:rPr lang="en-US" dirty="0" err="1"/>
              <a:t>nghị</a:t>
            </a:r>
            <a:r>
              <a:rPr lang="en-US" dirty="0"/>
              <a:t> </a:t>
            </a:r>
            <a:r>
              <a:rPr lang="en-US" dirty="0" err="1"/>
              <a:t>lực</a:t>
            </a:r>
            <a:r>
              <a:rPr lang="en-US" dirty="0"/>
              <a:t> </a:t>
            </a:r>
            <a:r>
              <a:rPr lang="en-US" dirty="0" err="1"/>
              <a:t>và</a:t>
            </a:r>
            <a:r>
              <a:rPr lang="en-US" dirty="0"/>
              <a:t> </a:t>
            </a:r>
            <a:r>
              <a:rPr lang="en-US" dirty="0" err="1"/>
              <a:t>ước</a:t>
            </a:r>
            <a:r>
              <a:rPr lang="en-US" dirty="0"/>
              <a:t> </a:t>
            </a:r>
            <a:r>
              <a:rPr lang="en-US" dirty="0" err="1"/>
              <a:t>mơ</a:t>
            </a:r>
            <a:r>
              <a:rPr lang="en-US" dirty="0"/>
              <a:t>? </a:t>
            </a:r>
            <a:r>
              <a:rPr lang="en-US" dirty="0" err="1"/>
              <a:t>Hồ</a:t>
            </a:r>
            <a:r>
              <a:rPr lang="en-US" dirty="0"/>
              <a:t> </a:t>
            </a:r>
            <a:r>
              <a:rPr lang="en-US" dirty="0" err="1"/>
              <a:t>sơ</a:t>
            </a:r>
            <a:r>
              <a:rPr lang="en-US" dirty="0"/>
              <a:t> Sen Hồng </a:t>
            </a:r>
            <a:r>
              <a:rPr lang="en-US" dirty="0" err="1"/>
              <a:t>đang</a:t>
            </a:r>
            <a:r>
              <a:rPr lang="en-US" dirty="0"/>
              <a:t> </a:t>
            </a:r>
            <a:r>
              <a:rPr lang="en-US" dirty="0" err="1"/>
              <a:t>chờ</a:t>
            </a:r>
            <a:r>
              <a:rPr lang="en-US" dirty="0"/>
              <a:t> </a:t>
            </a:r>
            <a:r>
              <a:rPr lang="en-US" dirty="0" err="1"/>
              <a:t>bạn</a:t>
            </a:r>
            <a:r>
              <a:rPr lang="en-US" dirty="0"/>
              <a:t>.</a:t>
            </a:r>
          </a:p>
          <a:p>
            <a:r>
              <a:rPr lang="en-US" dirty="0"/>
              <a:t>CTA:</a:t>
            </a:r>
            <a:br>
              <a:rPr lang="en-US" dirty="0"/>
            </a:br>
            <a:r>
              <a:rPr lang="en-US" dirty="0" err="1"/>
              <a:t>Ứng</a:t>
            </a:r>
            <a:r>
              <a:rPr lang="en-US" dirty="0"/>
              <a:t> </a:t>
            </a:r>
            <a:r>
              <a:rPr lang="en-US" dirty="0" err="1"/>
              <a:t>tuyển</a:t>
            </a:r>
            <a:r>
              <a:rPr lang="en-US" dirty="0"/>
              <a:t> [-&gt; link </a:t>
            </a:r>
            <a:r>
              <a:rPr lang="en-US" dirty="0" err="1"/>
              <a:t>tới</a:t>
            </a:r>
            <a:r>
              <a:rPr lang="en-US" dirty="0"/>
              <a:t> </a:t>
            </a:r>
            <a:r>
              <a:rPr lang="en-US" dirty="0" err="1"/>
              <a:t>thông</a:t>
            </a:r>
            <a:r>
              <a:rPr lang="en-US" dirty="0"/>
              <a:t> tin </a:t>
            </a:r>
            <a:r>
              <a:rPr lang="en-US" dirty="0" err="1"/>
              <a:t>ứng</a:t>
            </a:r>
            <a:r>
              <a:rPr lang="en-US" dirty="0"/>
              <a:t> </a:t>
            </a:r>
            <a:r>
              <a:rPr lang="en-US" dirty="0" err="1"/>
              <a:t>tuyển</a:t>
            </a:r>
            <a:r>
              <a:rPr lang="en-US" dirty="0"/>
              <a:t> </a:t>
            </a:r>
            <a:r>
              <a:rPr lang="en-US" dirty="0" err="1"/>
              <a:t>trên</a:t>
            </a:r>
            <a:r>
              <a:rPr lang="en-US" dirty="0"/>
              <a:t> </a:t>
            </a:r>
            <a:r>
              <a:rPr lang="en-US" dirty="0" err="1"/>
              <a:t>facebook</a:t>
            </a:r>
            <a:r>
              <a:rPr lang="en-US" dirty="0"/>
              <a:t>/ </a:t>
            </a:r>
            <a:r>
              <a:rPr lang="en-US" dirty="0" err="1"/>
              <a:t>hiện</a:t>
            </a:r>
            <a:r>
              <a:rPr lang="en-US" dirty="0"/>
              <a:t> </a:t>
            </a:r>
            <a:r>
              <a:rPr lang="en-US" dirty="0" err="1"/>
              <a:t>thông</a:t>
            </a:r>
            <a:r>
              <a:rPr lang="en-US" dirty="0"/>
              <a:t> </a:t>
            </a:r>
            <a:r>
              <a:rPr lang="en-US" dirty="0" err="1"/>
              <a:t>báo</a:t>
            </a:r>
            <a:r>
              <a:rPr lang="en-US" dirty="0"/>
              <a:t> “</a:t>
            </a:r>
            <a:r>
              <a:rPr lang="en-US" dirty="0" err="1"/>
              <a:t>Chương</a:t>
            </a:r>
            <a:r>
              <a:rPr lang="en-US" dirty="0"/>
              <a:t> </a:t>
            </a:r>
            <a:r>
              <a:rPr lang="en-US" dirty="0" err="1"/>
              <a:t>trình</a:t>
            </a:r>
            <a:r>
              <a:rPr lang="en-US" dirty="0"/>
              <a:t> </a:t>
            </a:r>
            <a:r>
              <a:rPr lang="en-US" dirty="0" err="1"/>
              <a:t>hiện</a:t>
            </a:r>
            <a:r>
              <a:rPr lang="en-US" dirty="0"/>
              <a:t> </a:t>
            </a:r>
            <a:r>
              <a:rPr lang="en-US" dirty="0" err="1"/>
              <a:t>chưa</a:t>
            </a:r>
            <a:r>
              <a:rPr lang="en-US" dirty="0"/>
              <a:t> </a:t>
            </a:r>
            <a:r>
              <a:rPr lang="en-US" dirty="0" err="1"/>
              <a:t>có</a:t>
            </a:r>
            <a:r>
              <a:rPr lang="en-US" dirty="0"/>
              <a:t> </a:t>
            </a:r>
            <a:r>
              <a:rPr lang="en-US" dirty="0" err="1"/>
              <a:t>ứng</a:t>
            </a:r>
            <a:r>
              <a:rPr lang="en-US" dirty="0"/>
              <a:t> </a:t>
            </a:r>
            <a:r>
              <a:rPr lang="en-US" dirty="0" err="1"/>
              <a:t>tuyển</a:t>
            </a:r>
            <a:r>
              <a:rPr lang="en-US" dirty="0"/>
              <a:t> </a:t>
            </a:r>
            <a:r>
              <a:rPr lang="en-US" dirty="0" err="1"/>
              <a:t>mới</a:t>
            </a:r>
            <a:r>
              <a:rPr lang="en-US" dirty="0"/>
              <a:t>, </a:t>
            </a:r>
            <a:r>
              <a:rPr lang="en-US" dirty="0" err="1"/>
              <a:t>vui</a:t>
            </a:r>
            <a:r>
              <a:rPr lang="en-US" dirty="0"/>
              <a:t> long </a:t>
            </a:r>
            <a:r>
              <a:rPr lang="en-US" dirty="0" err="1"/>
              <a:t>cập</a:t>
            </a:r>
            <a:r>
              <a:rPr lang="en-US" dirty="0"/>
              <a:t> </a:t>
            </a:r>
            <a:r>
              <a:rPr lang="en-US" dirty="0" err="1"/>
              <a:t>nhật</a:t>
            </a:r>
            <a:r>
              <a:rPr lang="en-US" dirty="0"/>
              <a:t> </a:t>
            </a:r>
            <a:r>
              <a:rPr lang="en-US" dirty="0" err="1"/>
              <a:t>thông</a:t>
            </a:r>
            <a:r>
              <a:rPr lang="en-US" dirty="0"/>
              <a:t> tin </a:t>
            </a:r>
            <a:r>
              <a:rPr lang="en-US" dirty="0" err="1"/>
              <a:t>tại</a:t>
            </a:r>
            <a:r>
              <a:rPr lang="en-US" dirty="0"/>
              <a:t> </a:t>
            </a:r>
            <a:r>
              <a:rPr lang="en-US" dirty="0" err="1"/>
              <a:t>facebook</a:t>
            </a:r>
            <a:r>
              <a:rPr lang="en-US" dirty="0"/>
              <a:t> Sen Hồng</a:t>
            </a:r>
          </a:p>
          <a:p>
            <a:pPr marL="0" indent="0">
              <a:buNone/>
            </a:pPr>
            <a:r>
              <a:rPr lang="en-US" dirty="0"/>
              <a:t> </a:t>
            </a:r>
          </a:p>
          <a:p>
            <a:pPr marL="0" indent="0">
              <a:buNone/>
            </a:pPr>
            <a:r>
              <a:rPr lang="en-US" b="1" dirty="0"/>
              <a:t>Tham </a:t>
            </a:r>
            <a:r>
              <a:rPr lang="en-US" b="1" dirty="0" err="1"/>
              <a:t>gia</a:t>
            </a:r>
            <a:r>
              <a:rPr lang="en-US" b="1" dirty="0"/>
              <a:t> </a:t>
            </a:r>
            <a:r>
              <a:rPr lang="en-US" b="1" dirty="0" err="1"/>
              <a:t>tình</a:t>
            </a:r>
            <a:r>
              <a:rPr lang="en-US" b="1" dirty="0"/>
              <a:t> </a:t>
            </a:r>
            <a:r>
              <a:rPr lang="en-US" b="1" dirty="0" err="1"/>
              <a:t>nguyện</a:t>
            </a:r>
            <a:endParaRPr lang="en-US" dirty="0"/>
          </a:p>
          <a:p>
            <a:r>
              <a:rPr lang="en-US" dirty="0" err="1"/>
              <a:t>Bạn</a:t>
            </a:r>
            <a:r>
              <a:rPr lang="en-US" dirty="0"/>
              <a:t> </a:t>
            </a:r>
            <a:r>
              <a:rPr lang="en-US" dirty="0" err="1"/>
              <a:t>có</a:t>
            </a:r>
            <a:r>
              <a:rPr lang="en-US" dirty="0"/>
              <a:t> </a:t>
            </a:r>
            <a:r>
              <a:rPr lang="en-US" dirty="0" err="1"/>
              <a:t>kỹ</a:t>
            </a:r>
            <a:r>
              <a:rPr lang="en-US" dirty="0"/>
              <a:t> </a:t>
            </a:r>
            <a:r>
              <a:rPr lang="en-US" dirty="0" err="1"/>
              <a:t>năng</a:t>
            </a:r>
            <a:r>
              <a:rPr lang="en-US" dirty="0"/>
              <a:t>, </a:t>
            </a:r>
            <a:r>
              <a:rPr lang="en-US" dirty="0" err="1"/>
              <a:t>thời</a:t>
            </a:r>
            <a:r>
              <a:rPr lang="en-US" dirty="0"/>
              <a:t> </a:t>
            </a:r>
            <a:r>
              <a:rPr lang="en-US" dirty="0" err="1"/>
              <a:t>gian</a:t>
            </a:r>
            <a:r>
              <a:rPr lang="en-US" dirty="0"/>
              <a:t> </a:t>
            </a:r>
            <a:r>
              <a:rPr lang="en-US" dirty="0" err="1"/>
              <a:t>và</a:t>
            </a:r>
            <a:r>
              <a:rPr lang="en-US" dirty="0"/>
              <a:t> </a:t>
            </a:r>
            <a:r>
              <a:rPr lang="en-US" dirty="0" err="1"/>
              <a:t>mong</a:t>
            </a:r>
            <a:r>
              <a:rPr lang="en-US" dirty="0"/>
              <a:t> </a:t>
            </a:r>
            <a:r>
              <a:rPr lang="en-US" dirty="0" err="1"/>
              <a:t>muốn</a:t>
            </a:r>
            <a:r>
              <a:rPr lang="en-US" dirty="0"/>
              <a:t> </a:t>
            </a:r>
            <a:r>
              <a:rPr lang="en-US" dirty="0" err="1"/>
              <a:t>tạo</a:t>
            </a:r>
            <a:r>
              <a:rPr lang="en-US" dirty="0"/>
              <a:t> </a:t>
            </a:r>
            <a:r>
              <a:rPr lang="en-US" dirty="0" err="1"/>
              <a:t>ra</a:t>
            </a:r>
            <a:r>
              <a:rPr lang="en-US" dirty="0"/>
              <a:t> </a:t>
            </a:r>
            <a:r>
              <a:rPr lang="en-US" dirty="0" err="1"/>
              <a:t>tác</a:t>
            </a:r>
            <a:r>
              <a:rPr lang="en-US" dirty="0"/>
              <a:t> </a:t>
            </a:r>
            <a:r>
              <a:rPr lang="en-US" dirty="0" err="1"/>
              <a:t>động</a:t>
            </a:r>
            <a:r>
              <a:rPr lang="en-US" dirty="0"/>
              <a:t>? </a:t>
            </a:r>
            <a:r>
              <a:rPr lang="en-US" dirty="0" err="1"/>
              <a:t>Tình</a:t>
            </a:r>
            <a:r>
              <a:rPr lang="en-US" dirty="0"/>
              <a:t> </a:t>
            </a:r>
            <a:r>
              <a:rPr lang="en-US" dirty="0" err="1"/>
              <a:t>nguyện</a:t>
            </a:r>
            <a:r>
              <a:rPr lang="en-US" dirty="0"/>
              <a:t> </a:t>
            </a:r>
            <a:r>
              <a:rPr lang="en-US" dirty="0" err="1"/>
              <a:t>viên</a:t>
            </a:r>
            <a:r>
              <a:rPr lang="en-US" dirty="0"/>
              <a:t> Sen Hồng </a:t>
            </a:r>
            <a:r>
              <a:rPr lang="en-US" dirty="0" err="1"/>
              <a:t>đang</a:t>
            </a:r>
            <a:r>
              <a:rPr lang="en-US" dirty="0"/>
              <a:t> </a:t>
            </a:r>
            <a:r>
              <a:rPr lang="en-US" dirty="0" err="1"/>
              <a:t>cần</a:t>
            </a:r>
            <a:r>
              <a:rPr lang="en-US" dirty="0"/>
              <a:t> </a:t>
            </a:r>
            <a:r>
              <a:rPr lang="en-US" dirty="0" err="1"/>
              <a:t>bạn</a:t>
            </a:r>
            <a:r>
              <a:rPr lang="en-US" dirty="0"/>
              <a:t> — </a:t>
            </a:r>
            <a:r>
              <a:rPr lang="en-US" dirty="0" err="1"/>
              <a:t>xét</a:t>
            </a:r>
            <a:r>
              <a:rPr lang="en-US" dirty="0"/>
              <a:t> </a:t>
            </a:r>
            <a:r>
              <a:rPr lang="en-US" dirty="0" err="1"/>
              <a:t>duyệt</a:t>
            </a:r>
            <a:r>
              <a:rPr lang="en-US" dirty="0"/>
              <a:t> </a:t>
            </a:r>
            <a:r>
              <a:rPr lang="en-US" dirty="0" err="1"/>
              <a:t>hồ</a:t>
            </a:r>
            <a:r>
              <a:rPr lang="en-US" dirty="0"/>
              <a:t> </a:t>
            </a:r>
            <a:r>
              <a:rPr lang="en-US" dirty="0" err="1"/>
              <a:t>sơ</a:t>
            </a:r>
            <a:r>
              <a:rPr lang="en-US" dirty="0"/>
              <a:t>, mentoring, </a:t>
            </a:r>
            <a:r>
              <a:rPr lang="en-US" dirty="0" err="1"/>
              <a:t>truyền</a:t>
            </a:r>
            <a:r>
              <a:rPr lang="en-US" dirty="0"/>
              <a:t> </a:t>
            </a:r>
            <a:r>
              <a:rPr lang="en-US" dirty="0" err="1"/>
              <a:t>thông</a:t>
            </a:r>
            <a:r>
              <a:rPr lang="en-US" dirty="0"/>
              <a:t> </a:t>
            </a:r>
            <a:r>
              <a:rPr lang="en-US" dirty="0" err="1"/>
              <a:t>và</a:t>
            </a:r>
            <a:r>
              <a:rPr lang="en-US" dirty="0"/>
              <a:t> </a:t>
            </a:r>
            <a:r>
              <a:rPr lang="en-US" dirty="0" err="1"/>
              <a:t>hơn</a:t>
            </a:r>
            <a:r>
              <a:rPr lang="en-US" dirty="0"/>
              <a:t> </a:t>
            </a:r>
            <a:r>
              <a:rPr lang="en-US" dirty="0" err="1"/>
              <a:t>thế</a:t>
            </a:r>
            <a:r>
              <a:rPr lang="en-US" dirty="0"/>
              <a:t>.</a:t>
            </a:r>
          </a:p>
          <a:p>
            <a:r>
              <a:rPr lang="en-US" dirty="0"/>
              <a:t>CTA:</a:t>
            </a:r>
            <a:br>
              <a:rPr lang="en-US" dirty="0"/>
            </a:br>
            <a:r>
              <a:rPr lang="en-US" dirty="0"/>
              <a:t>Tham </a:t>
            </a:r>
            <a:r>
              <a:rPr lang="en-US" dirty="0" err="1"/>
              <a:t>gia</a:t>
            </a:r>
            <a:r>
              <a:rPr lang="en-US" dirty="0"/>
              <a:t> </a:t>
            </a:r>
            <a:r>
              <a:rPr lang="en-US" dirty="0" err="1"/>
              <a:t>cùng</a:t>
            </a:r>
            <a:r>
              <a:rPr lang="en-US" dirty="0"/>
              <a:t> </a:t>
            </a:r>
            <a:r>
              <a:rPr lang="en-US" dirty="0" err="1"/>
              <a:t>chúng</a:t>
            </a:r>
            <a:r>
              <a:rPr lang="en-US" dirty="0"/>
              <a:t> </a:t>
            </a:r>
            <a:r>
              <a:rPr lang="en-US" dirty="0" err="1"/>
              <a:t>tôi</a:t>
            </a:r>
            <a:endParaRPr lang="en-US" dirty="0"/>
          </a:p>
          <a:p>
            <a:pPr marL="0" indent="0">
              <a:buNone/>
            </a:pPr>
            <a:endParaRPr lang="en-US" dirty="0"/>
          </a:p>
          <a:p>
            <a:pPr marL="0" indent="0">
              <a:buNone/>
            </a:pPr>
            <a:r>
              <a:rPr lang="en-US" b="1" dirty="0" err="1"/>
              <a:t>Nhà</a:t>
            </a:r>
            <a:r>
              <a:rPr lang="en-US" b="1" dirty="0"/>
              <a:t> </a:t>
            </a:r>
            <a:r>
              <a:rPr lang="en-US" b="1" dirty="0" err="1"/>
              <a:t>tài</a:t>
            </a:r>
            <a:r>
              <a:rPr lang="en-US" b="1" dirty="0"/>
              <a:t> </a:t>
            </a:r>
            <a:r>
              <a:rPr lang="en-US" b="1" dirty="0" err="1"/>
              <a:t>trợ</a:t>
            </a:r>
            <a:r>
              <a:rPr lang="en-US" b="1" dirty="0"/>
              <a:t> &amp; </a:t>
            </a:r>
            <a:r>
              <a:rPr lang="en-US" b="1" dirty="0" err="1"/>
              <a:t>Đối</a:t>
            </a:r>
            <a:r>
              <a:rPr lang="en-US" b="1" dirty="0"/>
              <a:t> </a:t>
            </a:r>
            <a:r>
              <a:rPr lang="en-US" b="1" dirty="0" err="1"/>
              <a:t>tác</a:t>
            </a:r>
            <a:endParaRPr lang="en-US" dirty="0"/>
          </a:p>
          <a:p>
            <a:r>
              <a:rPr lang="en-US" dirty="0" err="1"/>
              <a:t>Mỗi</a:t>
            </a:r>
            <a:r>
              <a:rPr lang="en-US" dirty="0"/>
              <a:t> </a:t>
            </a:r>
            <a:r>
              <a:rPr lang="en-US" dirty="0" err="1"/>
              <a:t>khoản</a:t>
            </a:r>
            <a:r>
              <a:rPr lang="en-US" dirty="0"/>
              <a:t> </a:t>
            </a:r>
            <a:r>
              <a:rPr lang="en-US" dirty="0" err="1"/>
              <a:t>đóng</a:t>
            </a:r>
            <a:r>
              <a:rPr lang="en-US" dirty="0"/>
              <a:t> </a:t>
            </a:r>
            <a:r>
              <a:rPr lang="en-US" dirty="0" err="1"/>
              <a:t>góp</a:t>
            </a:r>
            <a:r>
              <a:rPr lang="en-US" dirty="0"/>
              <a:t> </a:t>
            </a:r>
            <a:r>
              <a:rPr lang="en-US" dirty="0" err="1"/>
              <a:t>đều</a:t>
            </a:r>
            <a:r>
              <a:rPr lang="en-US" dirty="0"/>
              <a:t> </a:t>
            </a:r>
            <a:r>
              <a:rPr lang="en-US" dirty="0" err="1"/>
              <a:t>trực</a:t>
            </a:r>
            <a:r>
              <a:rPr lang="en-US" dirty="0"/>
              <a:t> </a:t>
            </a:r>
            <a:r>
              <a:rPr lang="en-US" dirty="0" err="1"/>
              <a:t>tiếp</a:t>
            </a:r>
            <a:r>
              <a:rPr lang="en-US" dirty="0"/>
              <a:t> </a:t>
            </a:r>
            <a:r>
              <a:rPr lang="en-US" dirty="0" err="1"/>
              <a:t>mở</a:t>
            </a:r>
            <a:r>
              <a:rPr lang="en-US" dirty="0"/>
              <a:t> </a:t>
            </a:r>
            <a:r>
              <a:rPr lang="en-US" dirty="0" err="1"/>
              <a:t>ra</a:t>
            </a:r>
            <a:r>
              <a:rPr lang="en-US" dirty="0"/>
              <a:t> </a:t>
            </a:r>
            <a:r>
              <a:rPr lang="en-US" dirty="0" err="1"/>
              <a:t>cơ</a:t>
            </a:r>
            <a:r>
              <a:rPr lang="en-US" dirty="0"/>
              <a:t> </a:t>
            </a:r>
            <a:r>
              <a:rPr lang="en-US" dirty="0" err="1"/>
              <a:t>hội</a:t>
            </a:r>
            <a:r>
              <a:rPr lang="en-US" dirty="0"/>
              <a:t> </a:t>
            </a:r>
            <a:r>
              <a:rPr lang="en-US" dirty="0" err="1"/>
              <a:t>học</a:t>
            </a:r>
            <a:r>
              <a:rPr lang="en-US" dirty="0"/>
              <a:t> </a:t>
            </a:r>
            <a:r>
              <a:rPr lang="en-US" dirty="0" err="1"/>
              <a:t>tập</a:t>
            </a:r>
            <a:r>
              <a:rPr lang="en-US" dirty="0"/>
              <a:t> </a:t>
            </a:r>
            <a:r>
              <a:rPr lang="en-US" dirty="0" err="1"/>
              <a:t>và</a:t>
            </a:r>
            <a:r>
              <a:rPr lang="en-US" dirty="0"/>
              <a:t> </a:t>
            </a:r>
            <a:r>
              <a:rPr lang="en-US" dirty="0" err="1"/>
              <a:t>phát</a:t>
            </a:r>
            <a:r>
              <a:rPr lang="en-US" dirty="0"/>
              <a:t> </a:t>
            </a:r>
            <a:r>
              <a:rPr lang="en-US" dirty="0" err="1"/>
              <a:t>triển</a:t>
            </a:r>
            <a:r>
              <a:rPr lang="en-US" dirty="0"/>
              <a:t> </a:t>
            </a:r>
            <a:r>
              <a:rPr lang="en-US" dirty="0" err="1"/>
              <a:t>cho</a:t>
            </a:r>
            <a:r>
              <a:rPr lang="en-US" dirty="0"/>
              <a:t> </a:t>
            </a:r>
            <a:r>
              <a:rPr lang="en-US" dirty="0" err="1"/>
              <a:t>nữ</a:t>
            </a:r>
            <a:r>
              <a:rPr lang="en-US" dirty="0"/>
              <a:t> </a:t>
            </a:r>
            <a:r>
              <a:rPr lang="en-US" dirty="0" err="1"/>
              <a:t>sinh</a:t>
            </a:r>
            <a:r>
              <a:rPr lang="en-US" dirty="0"/>
              <a:t> Việt Nam. </a:t>
            </a:r>
            <a:r>
              <a:rPr lang="en-US" dirty="0" err="1"/>
              <a:t>Chúng</a:t>
            </a:r>
            <a:r>
              <a:rPr lang="en-US" dirty="0"/>
              <a:t> </a:t>
            </a:r>
            <a:r>
              <a:rPr lang="en-US" dirty="0" err="1"/>
              <a:t>tôi</a:t>
            </a:r>
            <a:r>
              <a:rPr lang="en-US" dirty="0"/>
              <a:t> cam </a:t>
            </a:r>
            <a:r>
              <a:rPr lang="en-US" dirty="0" err="1"/>
              <a:t>kết</a:t>
            </a:r>
            <a:r>
              <a:rPr lang="en-US" dirty="0"/>
              <a:t> </a:t>
            </a:r>
            <a:r>
              <a:rPr lang="en-US" dirty="0" err="1"/>
              <a:t>minh</a:t>
            </a:r>
            <a:r>
              <a:rPr lang="en-US" dirty="0"/>
              <a:t> </a:t>
            </a:r>
            <a:r>
              <a:rPr lang="en-US" dirty="0" err="1"/>
              <a:t>bạch</a:t>
            </a:r>
            <a:r>
              <a:rPr lang="en-US" dirty="0"/>
              <a:t> </a:t>
            </a:r>
            <a:r>
              <a:rPr lang="en-US" dirty="0" err="1"/>
              <a:t>và</a:t>
            </a:r>
            <a:r>
              <a:rPr lang="en-US" dirty="0"/>
              <a:t> </a:t>
            </a:r>
            <a:r>
              <a:rPr lang="en-US" dirty="0" err="1"/>
              <a:t>trách</a:t>
            </a:r>
            <a:r>
              <a:rPr lang="en-US" dirty="0"/>
              <a:t> </a:t>
            </a:r>
            <a:r>
              <a:rPr lang="en-US" dirty="0" err="1"/>
              <a:t>nhiệm</a:t>
            </a:r>
            <a:r>
              <a:rPr lang="en-US" dirty="0"/>
              <a:t> </a:t>
            </a:r>
            <a:r>
              <a:rPr lang="en-US" dirty="0" err="1"/>
              <a:t>trong</a:t>
            </a:r>
            <a:r>
              <a:rPr lang="en-US" dirty="0"/>
              <a:t> </a:t>
            </a:r>
            <a:r>
              <a:rPr lang="en-US" dirty="0" err="1"/>
              <a:t>mọi</a:t>
            </a:r>
            <a:r>
              <a:rPr lang="en-US" dirty="0"/>
              <a:t> </a:t>
            </a:r>
            <a:r>
              <a:rPr lang="en-US" dirty="0" err="1"/>
              <a:t>hoạt</a:t>
            </a:r>
            <a:r>
              <a:rPr lang="en-US" dirty="0"/>
              <a:t> </a:t>
            </a:r>
            <a:r>
              <a:rPr lang="en-US" dirty="0" err="1"/>
              <a:t>động</a:t>
            </a:r>
            <a:r>
              <a:rPr lang="en-US" dirty="0"/>
              <a:t>.</a:t>
            </a:r>
          </a:p>
          <a:p>
            <a:r>
              <a:rPr lang="en-US" dirty="0"/>
              <a:t>CTA:</a:t>
            </a:r>
            <a:br>
              <a:rPr lang="en-US" dirty="0"/>
            </a:br>
            <a:r>
              <a:rPr lang="en-US" dirty="0"/>
              <a:t>Tài </a:t>
            </a:r>
            <a:r>
              <a:rPr lang="en-US" dirty="0" err="1"/>
              <a:t>trợ</a:t>
            </a:r>
            <a:r>
              <a:rPr lang="en-US" dirty="0"/>
              <a:t>  [Link </a:t>
            </a:r>
            <a:r>
              <a:rPr lang="en-US" dirty="0" err="1"/>
              <a:t>đến</a:t>
            </a:r>
            <a:r>
              <a:rPr lang="en-US" dirty="0"/>
              <a:t> </a:t>
            </a:r>
            <a:r>
              <a:rPr lang="en-US" dirty="0" err="1"/>
              <a:t>chỗ</a:t>
            </a:r>
            <a:r>
              <a:rPr lang="en-US" dirty="0"/>
              <a:t> </a:t>
            </a:r>
            <a:r>
              <a:rPr lang="en-US" dirty="0" err="1"/>
              <a:t>điền</a:t>
            </a:r>
            <a:r>
              <a:rPr lang="en-US" dirty="0"/>
              <a:t> form </a:t>
            </a:r>
            <a:r>
              <a:rPr lang="en-US" dirty="0" err="1"/>
              <a:t>lấy</a:t>
            </a:r>
            <a:r>
              <a:rPr lang="en-US" dirty="0"/>
              <a:t> </a:t>
            </a:r>
            <a:r>
              <a:rPr lang="en-US" dirty="0" err="1"/>
              <a:t>thông</a:t>
            </a:r>
            <a:r>
              <a:rPr lang="en-US" dirty="0"/>
              <a:t> tin </a:t>
            </a:r>
            <a:r>
              <a:rPr lang="en-US" dirty="0" err="1"/>
              <a:t>chứ</a:t>
            </a:r>
            <a:r>
              <a:rPr lang="en-US" dirty="0"/>
              <a:t> </a:t>
            </a:r>
            <a:r>
              <a:rPr lang="en-US" dirty="0" err="1"/>
              <a:t>mình</a:t>
            </a:r>
            <a:r>
              <a:rPr lang="en-US" dirty="0"/>
              <a:t> ko </a:t>
            </a:r>
            <a:r>
              <a:rPr lang="en-US" dirty="0" err="1"/>
              <a:t>nhận</a:t>
            </a:r>
            <a:r>
              <a:rPr lang="en-US" dirty="0"/>
              <a:t> </a:t>
            </a:r>
            <a:r>
              <a:rPr lang="en-US" dirty="0" err="1"/>
              <a:t>tài</a:t>
            </a:r>
            <a:r>
              <a:rPr lang="en-US" dirty="0"/>
              <a:t> </a:t>
            </a:r>
            <a:r>
              <a:rPr lang="en-US" dirty="0" err="1"/>
              <a:t>trợ</a:t>
            </a:r>
            <a:r>
              <a:rPr lang="en-US" dirty="0"/>
              <a:t> qua web</a:t>
            </a:r>
          </a:p>
          <a:p>
            <a:endParaRPr lang="en-US" dirty="0"/>
          </a:p>
        </p:txBody>
      </p:sp>
      <p:sp>
        <p:nvSpPr>
          <p:cNvPr id="5" name="Content Placeholder 2">
            <a:extLst>
              <a:ext uri="{FF2B5EF4-FFF2-40B4-BE49-F238E27FC236}">
                <a16:creationId xmlns:a16="http://schemas.microsoft.com/office/drawing/2014/main" id="{6E6698CE-E806-FB55-4D9A-CD56FAA6E5B5}"/>
              </a:ext>
            </a:extLst>
          </p:cNvPr>
          <p:cNvSpPr txBox="1">
            <a:spLocks/>
          </p:cNvSpPr>
          <p:nvPr/>
        </p:nvSpPr>
        <p:spPr>
          <a:xfrm>
            <a:off x="838200" y="386032"/>
            <a:ext cx="2686878" cy="295005"/>
          </a:xfrm>
          <a:prstGeom prst="rect">
            <a:avLst/>
          </a:prstGeom>
          <a:solidFill>
            <a:schemeClr val="bg1">
              <a:lumMod val="7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dirty="0"/>
              <a:t>Liên </a:t>
            </a:r>
            <a:r>
              <a:rPr lang="en-US" sz="1500" dirty="0" err="1"/>
              <a:t>hệ</a:t>
            </a:r>
            <a:r>
              <a:rPr lang="en-US" sz="1500" dirty="0"/>
              <a:t>/ Contacts</a:t>
            </a:r>
          </a:p>
        </p:txBody>
      </p:sp>
      <p:sp>
        <p:nvSpPr>
          <p:cNvPr id="6" name="Content Placeholder 2">
            <a:extLst>
              <a:ext uri="{FF2B5EF4-FFF2-40B4-BE49-F238E27FC236}">
                <a16:creationId xmlns:a16="http://schemas.microsoft.com/office/drawing/2014/main" id="{B9BC2AD9-FFF6-4F76-4F17-BBB5D32B399E}"/>
              </a:ext>
            </a:extLst>
          </p:cNvPr>
          <p:cNvSpPr txBox="1">
            <a:spLocks/>
          </p:cNvSpPr>
          <p:nvPr/>
        </p:nvSpPr>
        <p:spPr>
          <a:xfrm>
            <a:off x="6503504" y="891346"/>
            <a:ext cx="5363817" cy="55558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8" name="TextBox 7">
            <a:extLst>
              <a:ext uri="{FF2B5EF4-FFF2-40B4-BE49-F238E27FC236}">
                <a16:creationId xmlns:a16="http://schemas.microsoft.com/office/drawing/2014/main" id="{B9E7BE67-98E4-C92D-1962-DFC07DF622CE}"/>
              </a:ext>
            </a:extLst>
          </p:cNvPr>
          <p:cNvSpPr txBox="1"/>
          <p:nvPr/>
        </p:nvSpPr>
        <p:spPr>
          <a:xfrm>
            <a:off x="6803333" y="1431662"/>
            <a:ext cx="4764157" cy="2608663"/>
          </a:xfrm>
          <a:prstGeom prst="rect">
            <a:avLst/>
          </a:prstGeom>
          <a:noFill/>
        </p:spPr>
        <p:txBody>
          <a:bodyPr wrap="square">
            <a:spAutoFit/>
          </a:bodyPr>
          <a:lstStyle/>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LIÊN HỆ</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Cùng</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chúng</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tôi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tạo</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thêm</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cơ</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hội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cho</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nữ</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sinh</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Việt Nam</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Mỗi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sự</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kết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nối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đều</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có</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thể</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mở</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ra</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một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cơ</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hội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học</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tập</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mới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cho</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các</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em</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Nếu</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bạn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muốn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tìm</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hiểu</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về</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chương</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trình</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trở</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thành</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nhà</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tài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trợ</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đối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tác</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hoặc</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tình</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nguyện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viên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hãy</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liên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hệ</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với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chúng</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tôi</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Email: </a:t>
            </a: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therelayfund@gmail.com</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Website: therelayfund.com </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LinkedIn: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linkedin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9" name="Speech Bubble: Rectangle 8">
            <a:extLst>
              <a:ext uri="{FF2B5EF4-FFF2-40B4-BE49-F238E27FC236}">
                <a16:creationId xmlns:a16="http://schemas.microsoft.com/office/drawing/2014/main" id="{C40BA688-8B16-B4B8-DA62-75352ED64ED0}"/>
              </a:ext>
            </a:extLst>
          </p:cNvPr>
          <p:cNvSpPr/>
          <p:nvPr/>
        </p:nvSpPr>
        <p:spPr>
          <a:xfrm>
            <a:off x="7048500" y="4282440"/>
            <a:ext cx="3009900" cy="1554480"/>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Tham </a:t>
            </a:r>
            <a:r>
              <a:rPr lang="en-US" dirty="0" err="1"/>
              <a:t>gia</a:t>
            </a:r>
            <a:r>
              <a:rPr lang="en-US" dirty="0"/>
              <a:t> </a:t>
            </a:r>
            <a:r>
              <a:rPr lang="en-US" dirty="0" err="1"/>
              <a:t>tình</a:t>
            </a:r>
            <a:r>
              <a:rPr lang="en-US" dirty="0"/>
              <a:t> </a:t>
            </a:r>
            <a:r>
              <a:rPr lang="en-US" dirty="0" err="1"/>
              <a:t>nguyện</a:t>
            </a:r>
            <a:r>
              <a:rPr lang="en-US" dirty="0"/>
              <a:t> </a:t>
            </a:r>
            <a:r>
              <a:rPr lang="en-US" dirty="0" err="1"/>
              <a:t>và</a:t>
            </a:r>
            <a:r>
              <a:rPr lang="en-US" dirty="0"/>
              <a:t> </a:t>
            </a:r>
            <a:r>
              <a:rPr lang="en-US" dirty="0" err="1"/>
              <a:t>Nhà</a:t>
            </a:r>
            <a:r>
              <a:rPr lang="en-US" dirty="0"/>
              <a:t> </a:t>
            </a:r>
            <a:r>
              <a:rPr lang="en-US" dirty="0" err="1"/>
              <a:t>tài</a:t>
            </a:r>
            <a:r>
              <a:rPr lang="en-US" dirty="0"/>
              <a:t> </a:t>
            </a:r>
            <a:r>
              <a:rPr lang="en-US" dirty="0" err="1"/>
              <a:t>trợ</a:t>
            </a:r>
            <a:r>
              <a:rPr lang="en-US" dirty="0"/>
              <a:t> -&gt; Các </a:t>
            </a:r>
            <a:r>
              <a:rPr lang="en-US" dirty="0" err="1"/>
              <a:t>mục</a:t>
            </a:r>
            <a:r>
              <a:rPr lang="en-US" dirty="0"/>
              <a:t> </a:t>
            </a:r>
            <a:r>
              <a:rPr lang="en-US" dirty="0" err="1"/>
              <a:t>này</a:t>
            </a:r>
            <a:r>
              <a:rPr lang="en-US" dirty="0"/>
              <a:t> </a:t>
            </a:r>
            <a:r>
              <a:rPr lang="en-US" dirty="0" err="1"/>
              <a:t>sẽ</a:t>
            </a:r>
            <a:r>
              <a:rPr lang="en-US" dirty="0"/>
              <a:t> </a:t>
            </a:r>
            <a:r>
              <a:rPr lang="en-US" dirty="0" err="1"/>
              <a:t>được</a:t>
            </a:r>
            <a:r>
              <a:rPr lang="en-US" dirty="0"/>
              <a:t> </a:t>
            </a:r>
            <a:r>
              <a:rPr lang="en-US" dirty="0" err="1"/>
              <a:t>gắn</a:t>
            </a:r>
            <a:r>
              <a:rPr lang="en-US" dirty="0"/>
              <a:t> link </a:t>
            </a:r>
            <a:r>
              <a:rPr lang="en-US" dirty="0" err="1"/>
              <a:t>đến</a:t>
            </a:r>
            <a:r>
              <a:rPr lang="en-US" dirty="0"/>
              <a:t> Google Form </a:t>
            </a:r>
            <a:r>
              <a:rPr lang="en-US" dirty="0" err="1"/>
              <a:t>tương</a:t>
            </a:r>
            <a:r>
              <a:rPr lang="en-US" dirty="0"/>
              <a:t> </a:t>
            </a:r>
            <a:r>
              <a:rPr lang="en-US" dirty="0" err="1"/>
              <a:t>ứng</a:t>
            </a:r>
            <a:endParaRPr lang="en-US" dirty="0"/>
          </a:p>
          <a:p>
            <a:pPr algn="ctr"/>
            <a:endParaRPr lang="en-US" dirty="0"/>
          </a:p>
        </p:txBody>
      </p:sp>
    </p:spTree>
    <p:extLst>
      <p:ext uri="{BB962C8B-B14F-4D97-AF65-F5344CB8AC3E}">
        <p14:creationId xmlns:p14="http://schemas.microsoft.com/office/powerpoint/2010/main" val="1141561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663</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Symbol</vt:lpstr>
      <vt:lpstr>Office Theme</vt:lpstr>
      <vt:lpstr>PowerPoint Presentation</vt:lpstr>
      <vt:lpstr>Phần 1</vt:lpstr>
      <vt:lpstr>Phần 2</vt:lpstr>
      <vt:lpstr>Phần 1</vt:lpstr>
      <vt:lpstr>Phần 2</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Trang Pham</dc:creator>
  <cp:lastModifiedBy>Trang Pham</cp:lastModifiedBy>
  <cp:revision>3</cp:revision>
  <dcterms:created xsi:type="dcterms:W3CDTF">2026-07-20T20:33:56Z</dcterms:created>
  <dcterms:modified xsi:type="dcterms:W3CDTF">2026-07-20T21:30:43Z</dcterms:modified>
</cp:coreProperties>
</file>